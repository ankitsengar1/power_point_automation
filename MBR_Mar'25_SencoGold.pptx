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</p:sldMasterIdLst>
  <p:notesMasterIdLst>
    <p:notesMasterId r:id="rId48"/>
  </p:notesMasterIdLst>
  <p:sldIdLst>
    <p:sldId id="2698" r:id="rId3"/>
    <p:sldId id="342" r:id="rId4"/>
    <p:sldId id="2723" r:id="rId5"/>
    <p:sldId id="2756" r:id="rId6"/>
    <p:sldId id="2800" r:id="rId7"/>
    <p:sldId id="2813" r:id="rId8"/>
    <p:sldId id="2724" r:id="rId9"/>
    <p:sldId id="2709" r:id="rId10"/>
    <p:sldId id="2725" r:id="rId11"/>
    <p:sldId id="2727" r:id="rId12"/>
    <p:sldId id="2729" r:id="rId13"/>
    <p:sldId id="2699" r:id="rId14"/>
    <p:sldId id="2700" r:id="rId15"/>
    <p:sldId id="2701" r:id="rId16"/>
    <p:sldId id="2814" r:id="rId17"/>
    <p:sldId id="2704" r:id="rId18"/>
    <p:sldId id="2703" r:id="rId19"/>
    <p:sldId id="2815" r:id="rId20"/>
    <p:sldId id="2702" r:id="rId21"/>
    <p:sldId id="2816" r:id="rId22"/>
    <p:sldId id="2706" r:id="rId23"/>
    <p:sldId id="2705" r:id="rId24"/>
    <p:sldId id="2817" r:id="rId25"/>
    <p:sldId id="2733" r:id="rId26"/>
    <p:sldId id="2707" r:id="rId27"/>
    <p:sldId id="2721" r:id="rId28"/>
    <p:sldId id="2736" r:id="rId29"/>
    <p:sldId id="2745" r:id="rId30"/>
    <p:sldId id="2818" r:id="rId31"/>
    <p:sldId id="2807" r:id="rId32"/>
    <p:sldId id="2819" r:id="rId33"/>
    <p:sldId id="2719" r:id="rId34"/>
    <p:sldId id="2820" r:id="rId35"/>
    <p:sldId id="2750" r:id="rId36"/>
    <p:sldId id="2821" r:id="rId37"/>
    <p:sldId id="2822" r:id="rId38"/>
    <p:sldId id="2825" r:id="rId39"/>
    <p:sldId id="2823" r:id="rId40"/>
    <p:sldId id="2824" r:id="rId41"/>
    <p:sldId id="2755" r:id="rId42"/>
    <p:sldId id="2759" r:id="rId43"/>
    <p:sldId id="2812" r:id="rId44"/>
    <p:sldId id="2757" r:id="rId45"/>
    <p:sldId id="2758" r:id="rId46"/>
    <p:sldId id="2797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9000"/>
    <a:srgbClr val="0A0A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04A2DC-03FD-40C3-21A0-70ED71B2A79B}" v="233" dt="2025-02-09T06:09:52.9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Relationship Id="rId53" Type="http://schemas.microsoft.com/office/2016/11/relationships/changesInfo" Target="changesInfos/changesInfo1.xml"/><Relationship Id="rId5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ihari Lande" userId="S::shrihari@easyrewardz.com::3bfe6e1a-c86c-457c-aed9-cd6b43819b05" providerId="AD" clId="Web-{82DD6F5B-085A-818C-4C2F-1674430C36C1}"/>
    <pc:docChg chg="modSld">
      <pc:chgData name="Shrihari Lande" userId="S::shrihari@easyrewardz.com::3bfe6e1a-c86c-457c-aed9-cd6b43819b05" providerId="AD" clId="Web-{82DD6F5B-085A-818C-4C2F-1674430C36C1}" dt="2024-12-17T20:19:23.474" v="1"/>
      <pc:docMkLst>
        <pc:docMk/>
      </pc:docMkLst>
      <pc:sldChg chg="delSp">
        <pc:chgData name="Shrihari Lande" userId="S::shrihari@easyrewardz.com::3bfe6e1a-c86c-457c-aed9-cd6b43819b05" providerId="AD" clId="Web-{82DD6F5B-085A-818C-4C2F-1674430C36C1}" dt="2024-12-17T18:39:21.835" v="0"/>
        <pc:sldMkLst>
          <pc:docMk/>
          <pc:sldMk cId="3712814062" sldId="2724"/>
        </pc:sldMkLst>
        <pc:graphicFrameChg chg="del">
          <ac:chgData name="Shrihari Lande" userId="S::shrihari@easyrewardz.com::3bfe6e1a-c86c-457c-aed9-cd6b43819b05" providerId="AD" clId="Web-{82DD6F5B-085A-818C-4C2F-1674430C36C1}" dt="2024-12-17T18:39:21.835" v="0"/>
          <ac:graphicFrameMkLst>
            <pc:docMk/>
            <pc:sldMk cId="3712814062" sldId="2724"/>
            <ac:graphicFrameMk id="3" creationId="{B116A457-76B3-B7C5-CC28-72C7B668E985}"/>
          </ac:graphicFrameMkLst>
        </pc:graphicFrameChg>
      </pc:sldChg>
      <pc:sldChg chg="delSp">
        <pc:chgData name="Shrihari Lande" userId="S::shrihari@easyrewardz.com::3bfe6e1a-c86c-457c-aed9-cd6b43819b05" providerId="AD" clId="Web-{82DD6F5B-085A-818C-4C2F-1674430C36C1}" dt="2024-12-17T20:19:23.474" v="1"/>
        <pc:sldMkLst>
          <pc:docMk/>
          <pc:sldMk cId="692167799" sldId="2727"/>
        </pc:sldMkLst>
        <pc:graphicFrameChg chg="del">
          <ac:chgData name="Shrihari Lande" userId="S::shrihari@easyrewardz.com::3bfe6e1a-c86c-457c-aed9-cd6b43819b05" providerId="AD" clId="Web-{82DD6F5B-085A-818C-4C2F-1674430C36C1}" dt="2024-12-17T20:19:23.474" v="1"/>
          <ac:graphicFrameMkLst>
            <pc:docMk/>
            <pc:sldMk cId="692167799" sldId="2727"/>
            <ac:graphicFrameMk id="3" creationId="{5E3014AC-E3CE-1256-557A-E30EAE0E3B6B}"/>
          </ac:graphicFrameMkLst>
        </pc:graphicFrameChg>
      </pc:sldChg>
    </pc:docChg>
  </pc:docChgLst>
  <pc:docChgLst>
    <pc:chgData name="Shrihari Lande" userId="S::shrihari@easyrewardz.com::3bfe6e1a-c86c-457c-aed9-cd6b43819b05" providerId="AD" clId="Web-{B0D1DECD-B227-0E03-D28D-9DD2CB6EC244}"/>
    <pc:docChg chg="modSld">
      <pc:chgData name="Shrihari Lande" userId="S::shrihari@easyrewardz.com::3bfe6e1a-c86c-457c-aed9-cd6b43819b05" providerId="AD" clId="Web-{B0D1DECD-B227-0E03-D28D-9DD2CB6EC244}" dt="2024-11-25T11:03:34.254" v="879" actId="20577"/>
      <pc:docMkLst>
        <pc:docMk/>
      </pc:docMkLst>
      <pc:sldChg chg="addSp delSp modSp">
        <pc:chgData name="Shrihari Lande" userId="S::shrihari@easyrewardz.com::3bfe6e1a-c86c-457c-aed9-cd6b43819b05" providerId="AD" clId="Web-{B0D1DECD-B227-0E03-D28D-9DD2CB6EC244}" dt="2024-11-25T10:48:20.083" v="665" actId="20577"/>
        <pc:sldMkLst>
          <pc:docMk/>
          <pc:sldMk cId="3443446713" sldId="2699"/>
        </pc:sldMkLst>
        <pc:spChg chg="add del mod">
          <ac:chgData name="Shrihari Lande" userId="S::shrihari@easyrewardz.com::3bfe6e1a-c86c-457c-aed9-cd6b43819b05" providerId="AD" clId="Web-{B0D1DECD-B227-0E03-D28D-9DD2CB6EC244}" dt="2024-11-25T10:48:20.083" v="665" actId="20577"/>
          <ac:spMkLst>
            <pc:docMk/>
            <pc:sldMk cId="3443446713" sldId="2699"/>
            <ac:spMk id="9" creationId="{0A86BBF1-6D74-5EE7-EFA9-B0064424B487}"/>
          </ac:spMkLst>
        </pc:spChg>
        <pc:spChg chg="mod">
          <ac:chgData name="Shrihari Lande" userId="S::shrihari@easyrewardz.com::3bfe6e1a-c86c-457c-aed9-cd6b43819b05" providerId="AD" clId="Web-{B0D1DECD-B227-0E03-D28D-9DD2CB6EC244}" dt="2024-11-25T10:44:36.923" v="260" actId="20577"/>
          <ac:spMkLst>
            <pc:docMk/>
            <pc:sldMk cId="3443446713" sldId="2699"/>
            <ac:spMk id="11" creationId="{E61D61EE-D027-7D78-CF94-15AD198B5302}"/>
          </ac:spMkLst>
        </pc:spChg>
      </pc:sldChg>
      <pc:sldChg chg="modSp">
        <pc:chgData name="Shrihari Lande" userId="S::shrihari@easyrewardz.com::3bfe6e1a-c86c-457c-aed9-cd6b43819b05" providerId="AD" clId="Web-{B0D1DECD-B227-0E03-D28D-9DD2CB6EC244}" dt="2024-11-25T10:52:22.321" v="676" actId="20577"/>
        <pc:sldMkLst>
          <pc:docMk/>
          <pc:sldMk cId="2622775347" sldId="2700"/>
        </pc:sldMkLst>
        <pc:spChg chg="mod">
          <ac:chgData name="Shrihari Lande" userId="S::shrihari@easyrewardz.com::3bfe6e1a-c86c-457c-aed9-cd6b43819b05" providerId="AD" clId="Web-{B0D1DECD-B227-0E03-D28D-9DD2CB6EC244}" dt="2024-11-25T10:52:10.321" v="668" actId="20577"/>
          <ac:spMkLst>
            <pc:docMk/>
            <pc:sldMk cId="2622775347" sldId="2700"/>
            <ac:spMk id="7" creationId="{841BE0FB-754C-9810-6469-4477A22065FC}"/>
          </ac:spMkLst>
        </pc:spChg>
        <pc:spChg chg="mod">
          <ac:chgData name="Shrihari Lande" userId="S::shrihari@easyrewardz.com::3bfe6e1a-c86c-457c-aed9-cd6b43819b05" providerId="AD" clId="Web-{B0D1DECD-B227-0E03-D28D-9DD2CB6EC244}" dt="2024-11-25T10:52:22.321" v="676" actId="20577"/>
          <ac:spMkLst>
            <pc:docMk/>
            <pc:sldMk cId="2622775347" sldId="2700"/>
            <ac:spMk id="9" creationId="{845AAA12-0560-2AC6-CF2D-0A185D8CFA0C}"/>
          </ac:spMkLst>
        </pc:spChg>
      </pc:sldChg>
      <pc:sldChg chg="modSp">
        <pc:chgData name="Shrihari Lande" userId="S::shrihari@easyrewardz.com::3bfe6e1a-c86c-457c-aed9-cd6b43819b05" providerId="AD" clId="Web-{B0D1DECD-B227-0E03-D28D-9DD2CB6EC244}" dt="2024-11-25T10:53:06.384" v="688" actId="20577"/>
        <pc:sldMkLst>
          <pc:docMk/>
          <pc:sldMk cId="2475288648" sldId="2701"/>
        </pc:sldMkLst>
        <pc:spChg chg="mod">
          <ac:chgData name="Shrihari Lande" userId="S::shrihari@easyrewardz.com::3bfe6e1a-c86c-457c-aed9-cd6b43819b05" providerId="AD" clId="Web-{B0D1DECD-B227-0E03-D28D-9DD2CB6EC244}" dt="2024-11-25T10:52:52.962" v="678" actId="20577"/>
          <ac:spMkLst>
            <pc:docMk/>
            <pc:sldMk cId="2475288648" sldId="2701"/>
            <ac:spMk id="7" creationId="{32665848-A7CB-F06E-31DD-820E43F91055}"/>
          </ac:spMkLst>
        </pc:spChg>
        <pc:spChg chg="mod">
          <ac:chgData name="Shrihari Lande" userId="S::shrihari@easyrewardz.com::3bfe6e1a-c86c-457c-aed9-cd6b43819b05" providerId="AD" clId="Web-{B0D1DECD-B227-0E03-D28D-9DD2CB6EC244}" dt="2024-11-25T10:53:06.384" v="688" actId="20577"/>
          <ac:spMkLst>
            <pc:docMk/>
            <pc:sldMk cId="2475288648" sldId="2701"/>
            <ac:spMk id="11" creationId="{BE70F7BB-9621-EDDB-92BA-158DBB663E20}"/>
          </ac:spMkLst>
        </pc:spChg>
      </pc:sldChg>
      <pc:sldChg chg="modSp">
        <pc:chgData name="Shrihari Lande" userId="S::shrihari@easyrewardz.com::3bfe6e1a-c86c-457c-aed9-cd6b43819b05" providerId="AD" clId="Web-{B0D1DECD-B227-0E03-D28D-9DD2CB6EC244}" dt="2024-11-25T10:57:01.920" v="734" actId="20577"/>
        <pc:sldMkLst>
          <pc:docMk/>
          <pc:sldMk cId="321122500" sldId="2702"/>
        </pc:sldMkLst>
        <pc:spChg chg="mod">
          <ac:chgData name="Shrihari Lande" userId="S::shrihari@easyrewardz.com::3bfe6e1a-c86c-457c-aed9-cd6b43819b05" providerId="AD" clId="Web-{B0D1DECD-B227-0E03-D28D-9DD2CB6EC244}" dt="2024-11-25T10:57:01.920" v="734" actId="20577"/>
          <ac:spMkLst>
            <pc:docMk/>
            <pc:sldMk cId="321122500" sldId="2702"/>
            <ac:spMk id="7" creationId="{AB67E3BD-5FB3-1109-3B0F-BBD57A100161}"/>
          </ac:spMkLst>
        </pc:spChg>
        <pc:spChg chg="mod">
          <ac:chgData name="Shrihari Lande" userId="S::shrihari@easyrewardz.com::3bfe6e1a-c86c-457c-aed9-cd6b43819b05" providerId="AD" clId="Web-{B0D1DECD-B227-0E03-D28D-9DD2CB6EC244}" dt="2024-11-25T10:56:52.654" v="724" actId="20577"/>
          <ac:spMkLst>
            <pc:docMk/>
            <pc:sldMk cId="321122500" sldId="2702"/>
            <ac:spMk id="9" creationId="{E7C94588-3D68-EDBB-B81C-DAF95AB45D9D}"/>
          </ac:spMkLst>
        </pc:spChg>
      </pc:sldChg>
      <pc:sldChg chg="modSp">
        <pc:chgData name="Shrihari Lande" userId="S::shrihari@easyrewardz.com::3bfe6e1a-c86c-457c-aed9-cd6b43819b05" providerId="AD" clId="Web-{B0D1DECD-B227-0E03-D28D-9DD2CB6EC244}" dt="2024-11-25T10:54:50.230" v="712" actId="20577"/>
        <pc:sldMkLst>
          <pc:docMk/>
          <pc:sldMk cId="525745632" sldId="2703"/>
        </pc:sldMkLst>
        <pc:spChg chg="mod">
          <ac:chgData name="Shrihari Lande" userId="S::shrihari@easyrewardz.com::3bfe6e1a-c86c-457c-aed9-cd6b43819b05" providerId="AD" clId="Web-{B0D1DECD-B227-0E03-D28D-9DD2CB6EC244}" dt="2024-11-25T10:54:38.433" v="707" actId="20577"/>
          <ac:spMkLst>
            <pc:docMk/>
            <pc:sldMk cId="525745632" sldId="2703"/>
            <ac:spMk id="8" creationId="{6A408A58-DC06-316F-F0AE-D83B3239D589}"/>
          </ac:spMkLst>
        </pc:spChg>
        <pc:spChg chg="mod">
          <ac:chgData name="Shrihari Lande" userId="S::shrihari@easyrewardz.com::3bfe6e1a-c86c-457c-aed9-cd6b43819b05" providerId="AD" clId="Web-{B0D1DECD-B227-0E03-D28D-9DD2CB6EC244}" dt="2024-11-25T10:54:50.230" v="712" actId="20577"/>
          <ac:spMkLst>
            <pc:docMk/>
            <pc:sldMk cId="525745632" sldId="2703"/>
            <ac:spMk id="10" creationId="{13D4E90E-3749-7C22-1749-70AAC1C557DE}"/>
          </ac:spMkLst>
        </pc:spChg>
      </pc:sldChg>
      <pc:sldChg chg="modSp">
        <pc:chgData name="Shrihari Lande" userId="S::shrihari@easyrewardz.com::3bfe6e1a-c86c-457c-aed9-cd6b43819b05" providerId="AD" clId="Web-{B0D1DECD-B227-0E03-D28D-9DD2CB6EC244}" dt="2024-11-25T10:54:12.932" v="705" actId="20577"/>
        <pc:sldMkLst>
          <pc:docMk/>
          <pc:sldMk cId="3633633443" sldId="2704"/>
        </pc:sldMkLst>
        <pc:spChg chg="mod">
          <ac:chgData name="Shrihari Lande" userId="S::shrihari@easyrewardz.com::3bfe6e1a-c86c-457c-aed9-cd6b43819b05" providerId="AD" clId="Web-{B0D1DECD-B227-0E03-D28D-9DD2CB6EC244}" dt="2024-11-25T10:53:56.401" v="698" actId="20577"/>
          <ac:spMkLst>
            <pc:docMk/>
            <pc:sldMk cId="3633633443" sldId="2704"/>
            <ac:spMk id="7" creationId="{C6EBAA7A-6E89-EC2D-CEFB-143E83B84BE4}"/>
          </ac:spMkLst>
        </pc:spChg>
        <pc:spChg chg="mod">
          <ac:chgData name="Shrihari Lande" userId="S::shrihari@easyrewardz.com::3bfe6e1a-c86c-457c-aed9-cd6b43819b05" providerId="AD" clId="Web-{B0D1DECD-B227-0E03-D28D-9DD2CB6EC244}" dt="2024-11-25T10:54:12.932" v="705" actId="20577"/>
          <ac:spMkLst>
            <pc:docMk/>
            <pc:sldMk cId="3633633443" sldId="2704"/>
            <ac:spMk id="9" creationId="{BA480362-2336-0CF8-217A-C945D12D9589}"/>
          </ac:spMkLst>
        </pc:spChg>
      </pc:sldChg>
      <pc:sldChg chg="modSp">
        <pc:chgData name="Shrihari Lande" userId="S::shrihari@easyrewardz.com::3bfe6e1a-c86c-457c-aed9-cd6b43819b05" providerId="AD" clId="Web-{B0D1DECD-B227-0E03-D28D-9DD2CB6EC244}" dt="2024-11-25T10:58:40.515" v="762" actId="20577"/>
        <pc:sldMkLst>
          <pc:docMk/>
          <pc:sldMk cId="3144022827" sldId="2705"/>
        </pc:sldMkLst>
        <pc:spChg chg="mod">
          <ac:chgData name="Shrihari Lande" userId="S::shrihari@easyrewardz.com::3bfe6e1a-c86c-457c-aed9-cd6b43819b05" providerId="AD" clId="Web-{B0D1DECD-B227-0E03-D28D-9DD2CB6EC244}" dt="2024-11-25T10:58:40.515" v="762" actId="20577"/>
          <ac:spMkLst>
            <pc:docMk/>
            <pc:sldMk cId="3144022827" sldId="2705"/>
            <ac:spMk id="5" creationId="{8B371718-B39B-482F-D1A0-53DA558DEEE7}"/>
          </ac:spMkLst>
        </pc:spChg>
        <pc:spChg chg="mod">
          <ac:chgData name="Shrihari Lande" userId="S::shrihari@easyrewardz.com::3bfe6e1a-c86c-457c-aed9-cd6b43819b05" providerId="AD" clId="Web-{B0D1DECD-B227-0E03-D28D-9DD2CB6EC244}" dt="2024-11-25T10:58:34.077" v="760" actId="20577"/>
          <ac:spMkLst>
            <pc:docMk/>
            <pc:sldMk cId="3144022827" sldId="2705"/>
            <ac:spMk id="7" creationId="{65E7ECDC-271F-BA49-9646-D09846683957}"/>
          </ac:spMkLst>
        </pc:spChg>
      </pc:sldChg>
      <pc:sldChg chg="modSp">
        <pc:chgData name="Shrihari Lande" userId="S::shrihari@easyrewardz.com::3bfe6e1a-c86c-457c-aed9-cd6b43819b05" providerId="AD" clId="Web-{B0D1DECD-B227-0E03-D28D-9DD2CB6EC244}" dt="2024-11-25T10:58:05.311" v="754" actId="20577"/>
        <pc:sldMkLst>
          <pc:docMk/>
          <pc:sldMk cId="672906197" sldId="2706"/>
        </pc:sldMkLst>
        <pc:spChg chg="mod">
          <ac:chgData name="Shrihari Lande" userId="S::shrihari@easyrewardz.com::3bfe6e1a-c86c-457c-aed9-cd6b43819b05" providerId="AD" clId="Web-{B0D1DECD-B227-0E03-D28D-9DD2CB6EC244}" dt="2024-11-25T10:57:55.749" v="746" actId="20577"/>
          <ac:spMkLst>
            <pc:docMk/>
            <pc:sldMk cId="672906197" sldId="2706"/>
            <ac:spMk id="5" creationId="{140DA59B-1F03-19A9-EE55-853BD0822BDF}"/>
          </ac:spMkLst>
        </pc:spChg>
        <pc:spChg chg="mod">
          <ac:chgData name="Shrihari Lande" userId="S::shrihari@easyrewardz.com::3bfe6e1a-c86c-457c-aed9-cd6b43819b05" providerId="AD" clId="Web-{B0D1DECD-B227-0E03-D28D-9DD2CB6EC244}" dt="2024-11-25T10:58:05.311" v="754" actId="20577"/>
          <ac:spMkLst>
            <pc:docMk/>
            <pc:sldMk cId="672906197" sldId="2706"/>
            <ac:spMk id="7" creationId="{9EC26D45-0300-66EA-78C4-17DD2F1E7956}"/>
          </ac:spMkLst>
        </pc:spChg>
      </pc:sldChg>
      <pc:sldChg chg="modSp">
        <pc:chgData name="Shrihari Lande" userId="S::shrihari@easyrewardz.com::3bfe6e1a-c86c-457c-aed9-cd6b43819b05" providerId="AD" clId="Web-{B0D1DECD-B227-0E03-D28D-9DD2CB6EC244}" dt="2024-11-25T10:59:27.922" v="784" actId="20577"/>
        <pc:sldMkLst>
          <pc:docMk/>
          <pc:sldMk cId="4039213467" sldId="2707"/>
        </pc:sldMkLst>
        <pc:spChg chg="mod">
          <ac:chgData name="Shrihari Lande" userId="S::shrihari@easyrewardz.com::3bfe6e1a-c86c-457c-aed9-cd6b43819b05" providerId="AD" clId="Web-{B0D1DECD-B227-0E03-D28D-9DD2CB6EC244}" dt="2024-11-25T10:59:27.922" v="784" actId="20577"/>
          <ac:spMkLst>
            <pc:docMk/>
            <pc:sldMk cId="4039213467" sldId="2707"/>
            <ac:spMk id="7" creationId="{3670BBF9-355C-31EA-DE5F-EB3711EE8ABA}"/>
          </ac:spMkLst>
        </pc:spChg>
      </pc:sldChg>
      <pc:sldChg chg="delSp modSp">
        <pc:chgData name="Shrihari Lande" userId="S::shrihari@easyrewardz.com::3bfe6e1a-c86c-457c-aed9-cd6b43819b05" providerId="AD" clId="Web-{B0D1DECD-B227-0E03-D28D-9DD2CB6EC244}" dt="2024-11-25T10:41:36.966" v="135"/>
        <pc:sldMkLst>
          <pc:docMk/>
          <pc:sldMk cId="1801763539" sldId="2709"/>
        </pc:sldMkLst>
        <pc:spChg chg="mod">
          <ac:chgData name="Shrihari Lande" userId="S::shrihari@easyrewardz.com::3bfe6e1a-c86c-457c-aed9-cd6b43819b05" providerId="AD" clId="Web-{B0D1DECD-B227-0E03-D28D-9DD2CB6EC244}" dt="2024-11-25T10:41:07.575" v="55" actId="20577"/>
          <ac:spMkLst>
            <pc:docMk/>
            <pc:sldMk cId="1801763539" sldId="2709"/>
            <ac:spMk id="11" creationId="{E80DF213-4602-80BC-9D79-0F03403ED0DF}"/>
          </ac:spMkLst>
        </pc:spChg>
        <pc:spChg chg="del mod">
          <ac:chgData name="Shrihari Lande" userId="S::shrihari@easyrewardz.com::3bfe6e1a-c86c-457c-aed9-cd6b43819b05" providerId="AD" clId="Web-{B0D1DECD-B227-0E03-D28D-9DD2CB6EC244}" dt="2024-11-25T10:41:36.966" v="135"/>
          <ac:spMkLst>
            <pc:docMk/>
            <pc:sldMk cId="1801763539" sldId="2709"/>
            <ac:spMk id="13" creationId="{40E42506-3D53-7978-ED5C-1F4C8B72315A}"/>
          </ac:spMkLst>
        </pc:spChg>
      </pc:sldChg>
      <pc:sldChg chg="modSp">
        <pc:chgData name="Shrihari Lande" userId="S::shrihari@easyrewardz.com::3bfe6e1a-c86c-457c-aed9-cd6b43819b05" providerId="AD" clId="Web-{B0D1DECD-B227-0E03-D28D-9DD2CB6EC244}" dt="2024-11-25T11:01:50.878" v="840" actId="20577"/>
        <pc:sldMkLst>
          <pc:docMk/>
          <pc:sldMk cId="768847364" sldId="2719"/>
        </pc:sldMkLst>
        <pc:spChg chg="mod">
          <ac:chgData name="Shrihari Lande" userId="S::shrihari@easyrewardz.com::3bfe6e1a-c86c-457c-aed9-cd6b43819b05" providerId="AD" clId="Web-{B0D1DECD-B227-0E03-D28D-9DD2CB6EC244}" dt="2024-11-25T11:01:50.878" v="840" actId="20577"/>
          <ac:spMkLst>
            <pc:docMk/>
            <pc:sldMk cId="768847364" sldId="2719"/>
            <ac:spMk id="7" creationId="{1A691930-AF9D-E81D-C8DD-98343B4891BC}"/>
          </ac:spMkLst>
        </pc:spChg>
      </pc:sldChg>
      <pc:sldChg chg="modSp">
        <pc:chgData name="Shrihari Lande" userId="S::shrihari@easyrewardz.com::3bfe6e1a-c86c-457c-aed9-cd6b43819b05" providerId="AD" clId="Web-{B0D1DECD-B227-0E03-D28D-9DD2CB6EC244}" dt="2024-11-25T10:59:49.125" v="794" actId="20577"/>
        <pc:sldMkLst>
          <pc:docMk/>
          <pc:sldMk cId="1830082721" sldId="2721"/>
        </pc:sldMkLst>
        <pc:spChg chg="mod">
          <ac:chgData name="Shrihari Lande" userId="S::shrihari@easyrewardz.com::3bfe6e1a-c86c-457c-aed9-cd6b43819b05" providerId="AD" clId="Web-{B0D1DECD-B227-0E03-D28D-9DD2CB6EC244}" dt="2024-11-25T10:59:49.125" v="794" actId="20577"/>
          <ac:spMkLst>
            <pc:docMk/>
            <pc:sldMk cId="1830082721" sldId="2721"/>
            <ac:spMk id="9" creationId="{E10984E8-4C57-175D-0611-18EB9E9DF2B4}"/>
          </ac:spMkLst>
        </pc:spChg>
      </pc:sldChg>
      <pc:sldChg chg="modSp">
        <pc:chgData name="Shrihari Lande" userId="S::shrihari@easyrewardz.com::3bfe6e1a-c86c-457c-aed9-cd6b43819b05" providerId="AD" clId="Web-{B0D1DECD-B227-0E03-D28D-9DD2CB6EC244}" dt="2024-11-25T10:40:37.684" v="27" actId="20577"/>
        <pc:sldMkLst>
          <pc:docMk/>
          <pc:sldMk cId="3712814062" sldId="2724"/>
        </pc:sldMkLst>
        <pc:spChg chg="mod">
          <ac:chgData name="Shrihari Lande" userId="S::shrihari@easyrewardz.com::3bfe6e1a-c86c-457c-aed9-cd6b43819b05" providerId="AD" clId="Web-{B0D1DECD-B227-0E03-D28D-9DD2CB6EC244}" dt="2024-11-25T10:40:37.684" v="27" actId="20577"/>
          <ac:spMkLst>
            <pc:docMk/>
            <pc:sldMk cId="3712814062" sldId="2724"/>
            <ac:spMk id="4" creationId="{A44AD3B9-1CD6-A317-2D68-2D60C6D75C4D}"/>
          </ac:spMkLst>
        </pc:spChg>
      </pc:sldChg>
      <pc:sldChg chg="delSp modSp">
        <pc:chgData name="Shrihari Lande" userId="S::shrihari@easyrewardz.com::3bfe6e1a-c86c-457c-aed9-cd6b43819b05" providerId="AD" clId="Web-{B0D1DECD-B227-0E03-D28D-9DD2CB6EC244}" dt="2024-11-25T10:42:31.170" v="245"/>
        <pc:sldMkLst>
          <pc:docMk/>
          <pc:sldMk cId="692167799" sldId="2727"/>
        </pc:sldMkLst>
        <pc:spChg chg="mod">
          <ac:chgData name="Shrihari Lande" userId="S::shrihari@easyrewardz.com::3bfe6e1a-c86c-457c-aed9-cd6b43819b05" providerId="AD" clId="Web-{B0D1DECD-B227-0E03-D28D-9DD2CB6EC244}" dt="2024-11-25T10:42:05.045" v="157" actId="20577"/>
          <ac:spMkLst>
            <pc:docMk/>
            <pc:sldMk cId="692167799" sldId="2727"/>
            <ac:spMk id="4" creationId="{B5C579B2-FF9B-1E17-4970-45BDEBFF74C5}"/>
          </ac:spMkLst>
        </pc:spChg>
        <pc:spChg chg="del mod">
          <ac:chgData name="Shrihari Lande" userId="S::shrihari@easyrewardz.com::3bfe6e1a-c86c-457c-aed9-cd6b43819b05" providerId="AD" clId="Web-{B0D1DECD-B227-0E03-D28D-9DD2CB6EC244}" dt="2024-11-25T10:42:31.170" v="245"/>
          <ac:spMkLst>
            <pc:docMk/>
            <pc:sldMk cId="692167799" sldId="2727"/>
            <ac:spMk id="5" creationId="{85CB6CDF-417B-E08B-D0B3-113ECE697445}"/>
          </ac:spMkLst>
        </pc:spChg>
      </pc:sldChg>
      <pc:sldChg chg="modSp">
        <pc:chgData name="Shrihari Lande" userId="S::shrihari@easyrewardz.com::3bfe6e1a-c86c-457c-aed9-cd6b43819b05" providerId="AD" clId="Web-{B0D1DECD-B227-0E03-D28D-9DD2CB6EC244}" dt="2024-11-25T11:00:15.860" v="800" actId="20577"/>
        <pc:sldMkLst>
          <pc:docMk/>
          <pc:sldMk cId="2312183897" sldId="2745"/>
        </pc:sldMkLst>
        <pc:spChg chg="mod">
          <ac:chgData name="Shrihari Lande" userId="S::shrihari@easyrewardz.com::3bfe6e1a-c86c-457c-aed9-cd6b43819b05" providerId="AD" clId="Web-{B0D1DECD-B227-0E03-D28D-9DD2CB6EC244}" dt="2024-11-25T11:00:15.860" v="800" actId="20577"/>
          <ac:spMkLst>
            <pc:docMk/>
            <pc:sldMk cId="2312183897" sldId="2745"/>
            <ac:spMk id="2" creationId="{28CA4BA0-A636-B2E3-ED14-638E3D78D8FC}"/>
          </ac:spMkLst>
        </pc:spChg>
      </pc:sldChg>
      <pc:sldChg chg="modSp">
        <pc:chgData name="Shrihari Lande" userId="S::shrihari@easyrewardz.com::3bfe6e1a-c86c-457c-aed9-cd6b43819b05" providerId="AD" clId="Web-{B0D1DECD-B227-0E03-D28D-9DD2CB6EC244}" dt="2024-11-25T11:03:12.160" v="868" actId="20577"/>
        <pc:sldMkLst>
          <pc:docMk/>
          <pc:sldMk cId="1181715363" sldId="2757"/>
        </pc:sldMkLst>
        <pc:spChg chg="mod">
          <ac:chgData name="Shrihari Lande" userId="S::shrihari@easyrewardz.com::3bfe6e1a-c86c-457c-aed9-cd6b43819b05" providerId="AD" clId="Web-{B0D1DECD-B227-0E03-D28D-9DD2CB6EC244}" dt="2024-11-25T11:03:12.160" v="868" actId="20577"/>
          <ac:spMkLst>
            <pc:docMk/>
            <pc:sldMk cId="1181715363" sldId="2757"/>
            <ac:spMk id="10" creationId="{88781F75-6C47-5230-B6E1-B65D0A6E997A}"/>
          </ac:spMkLst>
        </pc:spChg>
      </pc:sldChg>
      <pc:sldChg chg="modSp">
        <pc:chgData name="Shrihari Lande" userId="S::shrihari@easyrewardz.com::3bfe6e1a-c86c-457c-aed9-cd6b43819b05" providerId="AD" clId="Web-{B0D1DECD-B227-0E03-D28D-9DD2CB6EC244}" dt="2024-11-25T11:03:34.254" v="879" actId="20577"/>
        <pc:sldMkLst>
          <pc:docMk/>
          <pc:sldMk cId="3681951177" sldId="2758"/>
        </pc:sldMkLst>
        <pc:spChg chg="mod">
          <ac:chgData name="Shrihari Lande" userId="S::shrihari@easyrewardz.com::3bfe6e1a-c86c-457c-aed9-cd6b43819b05" providerId="AD" clId="Web-{B0D1DECD-B227-0E03-D28D-9DD2CB6EC244}" dt="2024-11-25T11:03:34.254" v="879" actId="20577"/>
          <ac:spMkLst>
            <pc:docMk/>
            <pc:sldMk cId="3681951177" sldId="2758"/>
            <ac:spMk id="9" creationId="{6BF72152-DA31-095D-F53E-58E9C49F7BE5}"/>
          </ac:spMkLst>
        </pc:spChg>
      </pc:sldChg>
      <pc:sldChg chg="modSp">
        <pc:chgData name="Shrihari Lande" userId="S::shrihari@easyrewardz.com::3bfe6e1a-c86c-457c-aed9-cd6b43819b05" providerId="AD" clId="Web-{B0D1DECD-B227-0E03-D28D-9DD2CB6EC244}" dt="2024-11-25T11:02:35.113" v="854" actId="20577"/>
        <pc:sldMkLst>
          <pc:docMk/>
          <pc:sldMk cId="3148218114" sldId="2759"/>
        </pc:sldMkLst>
        <pc:spChg chg="mod">
          <ac:chgData name="Shrihari Lande" userId="S::shrihari@easyrewardz.com::3bfe6e1a-c86c-457c-aed9-cd6b43819b05" providerId="AD" clId="Web-{B0D1DECD-B227-0E03-D28D-9DD2CB6EC244}" dt="2024-11-25T11:02:35.113" v="854" actId="20577"/>
          <ac:spMkLst>
            <pc:docMk/>
            <pc:sldMk cId="3148218114" sldId="2759"/>
            <ac:spMk id="5" creationId="{76B6BED5-2CD7-69F5-065B-2E847CE02992}"/>
          </ac:spMkLst>
        </pc:spChg>
      </pc:sldChg>
      <pc:sldChg chg="modSp">
        <pc:chgData name="Shrihari Lande" userId="S::shrihari@easyrewardz.com::3bfe6e1a-c86c-457c-aed9-cd6b43819b05" providerId="AD" clId="Web-{B0D1DECD-B227-0E03-D28D-9DD2CB6EC244}" dt="2024-11-25T11:00:55.377" v="811" actId="20577"/>
        <pc:sldMkLst>
          <pc:docMk/>
          <pc:sldMk cId="564231327" sldId="2807"/>
        </pc:sldMkLst>
        <pc:spChg chg="mod">
          <ac:chgData name="Shrihari Lande" userId="S::shrihari@easyrewardz.com::3bfe6e1a-c86c-457c-aed9-cd6b43819b05" providerId="AD" clId="Web-{B0D1DECD-B227-0E03-D28D-9DD2CB6EC244}" dt="2024-11-25T11:00:55.377" v="811" actId="20577"/>
          <ac:spMkLst>
            <pc:docMk/>
            <pc:sldMk cId="564231327" sldId="2807"/>
            <ac:spMk id="7" creationId="{7DE151C9-7616-80A4-D91F-4899F64B3AAD}"/>
          </ac:spMkLst>
        </pc:spChg>
      </pc:sldChg>
      <pc:sldChg chg="modSp">
        <pc:chgData name="Shrihari Lande" userId="S::shrihari@easyrewardz.com::3bfe6e1a-c86c-457c-aed9-cd6b43819b05" providerId="AD" clId="Web-{B0D1DECD-B227-0E03-D28D-9DD2CB6EC244}" dt="2024-11-25T11:02:52.082" v="862" actId="20577"/>
        <pc:sldMkLst>
          <pc:docMk/>
          <pc:sldMk cId="2858750804" sldId="2812"/>
        </pc:sldMkLst>
        <pc:spChg chg="mod">
          <ac:chgData name="Shrihari Lande" userId="S::shrihari@easyrewardz.com::3bfe6e1a-c86c-457c-aed9-cd6b43819b05" providerId="AD" clId="Web-{B0D1DECD-B227-0E03-D28D-9DD2CB6EC244}" dt="2024-11-25T11:02:52.082" v="862" actId="20577"/>
          <ac:spMkLst>
            <pc:docMk/>
            <pc:sldMk cId="2858750804" sldId="2812"/>
            <ac:spMk id="5" creationId="{76B6BED5-2CD7-69F5-065B-2E847CE02992}"/>
          </ac:spMkLst>
        </pc:spChg>
      </pc:sldChg>
      <pc:sldChg chg="modSp">
        <pc:chgData name="Shrihari Lande" userId="S::shrihari@easyrewardz.com::3bfe6e1a-c86c-457c-aed9-cd6b43819b05" providerId="AD" clId="Web-{B0D1DECD-B227-0E03-D28D-9DD2CB6EC244}" dt="2024-11-25T10:53:33.025" v="696" actId="20577"/>
        <pc:sldMkLst>
          <pc:docMk/>
          <pc:sldMk cId="3758104035" sldId="2814"/>
        </pc:sldMkLst>
        <pc:spChg chg="mod">
          <ac:chgData name="Shrihari Lande" userId="S::shrihari@easyrewardz.com::3bfe6e1a-c86c-457c-aed9-cd6b43819b05" providerId="AD" clId="Web-{B0D1DECD-B227-0E03-D28D-9DD2CB6EC244}" dt="2024-11-25T10:53:21.603" v="691" actId="20577"/>
          <ac:spMkLst>
            <pc:docMk/>
            <pc:sldMk cId="3758104035" sldId="2814"/>
            <ac:spMk id="7" creationId="{32665848-A7CB-F06E-31DD-820E43F91055}"/>
          </ac:spMkLst>
        </pc:spChg>
        <pc:spChg chg="mod">
          <ac:chgData name="Shrihari Lande" userId="S::shrihari@easyrewardz.com::3bfe6e1a-c86c-457c-aed9-cd6b43819b05" providerId="AD" clId="Web-{B0D1DECD-B227-0E03-D28D-9DD2CB6EC244}" dt="2024-11-25T10:53:33.025" v="696" actId="20577"/>
          <ac:spMkLst>
            <pc:docMk/>
            <pc:sldMk cId="3758104035" sldId="2814"/>
            <ac:spMk id="11" creationId="{BE70F7BB-9621-EDDB-92BA-158DBB663E20}"/>
          </ac:spMkLst>
        </pc:spChg>
      </pc:sldChg>
      <pc:sldChg chg="modSp">
        <pc:chgData name="Shrihari Lande" userId="S::shrihari@easyrewardz.com::3bfe6e1a-c86c-457c-aed9-cd6b43819b05" providerId="AD" clId="Web-{B0D1DECD-B227-0E03-D28D-9DD2CB6EC244}" dt="2024-11-25T10:55:10.668" v="723" actId="20577"/>
        <pc:sldMkLst>
          <pc:docMk/>
          <pc:sldMk cId="1919634380" sldId="2815"/>
        </pc:sldMkLst>
        <pc:spChg chg="mod">
          <ac:chgData name="Shrihari Lande" userId="S::shrihari@easyrewardz.com::3bfe6e1a-c86c-457c-aed9-cd6b43819b05" providerId="AD" clId="Web-{B0D1DECD-B227-0E03-D28D-9DD2CB6EC244}" dt="2024-11-25T10:54:58.902" v="714" actId="20577"/>
          <ac:spMkLst>
            <pc:docMk/>
            <pc:sldMk cId="1919634380" sldId="2815"/>
            <ac:spMk id="8" creationId="{6A408A58-DC06-316F-F0AE-D83B3239D589}"/>
          </ac:spMkLst>
        </pc:spChg>
        <pc:spChg chg="mod">
          <ac:chgData name="Shrihari Lande" userId="S::shrihari@easyrewardz.com::3bfe6e1a-c86c-457c-aed9-cd6b43819b05" providerId="AD" clId="Web-{B0D1DECD-B227-0E03-D28D-9DD2CB6EC244}" dt="2024-11-25T10:55:10.668" v="723" actId="20577"/>
          <ac:spMkLst>
            <pc:docMk/>
            <pc:sldMk cId="1919634380" sldId="2815"/>
            <ac:spMk id="10" creationId="{13D4E90E-3749-7C22-1749-70AAC1C557DE}"/>
          </ac:spMkLst>
        </pc:spChg>
      </pc:sldChg>
      <pc:sldChg chg="modSp">
        <pc:chgData name="Shrihari Lande" userId="S::shrihari@easyrewardz.com::3bfe6e1a-c86c-457c-aed9-cd6b43819b05" providerId="AD" clId="Web-{B0D1DECD-B227-0E03-D28D-9DD2CB6EC244}" dt="2024-11-25T10:57:41.467" v="743" actId="20577"/>
        <pc:sldMkLst>
          <pc:docMk/>
          <pc:sldMk cId="217332879" sldId="2816"/>
        </pc:sldMkLst>
        <pc:spChg chg="mod">
          <ac:chgData name="Shrihari Lande" userId="S::shrihari@easyrewardz.com::3bfe6e1a-c86c-457c-aed9-cd6b43819b05" providerId="AD" clId="Web-{B0D1DECD-B227-0E03-D28D-9DD2CB6EC244}" dt="2024-11-25T10:57:41.467" v="743" actId="20577"/>
          <ac:spMkLst>
            <pc:docMk/>
            <pc:sldMk cId="217332879" sldId="2816"/>
            <ac:spMk id="7" creationId="{AB67E3BD-5FB3-1109-3B0F-BBD57A100161}"/>
          </ac:spMkLst>
        </pc:spChg>
        <pc:spChg chg="mod">
          <ac:chgData name="Shrihari Lande" userId="S::shrihari@easyrewardz.com::3bfe6e1a-c86c-457c-aed9-cd6b43819b05" providerId="AD" clId="Web-{B0D1DECD-B227-0E03-D28D-9DD2CB6EC244}" dt="2024-11-25T10:57:29.123" v="736" actId="20577"/>
          <ac:spMkLst>
            <pc:docMk/>
            <pc:sldMk cId="217332879" sldId="2816"/>
            <ac:spMk id="9" creationId="{E7C94588-3D68-EDBB-B81C-DAF95AB45D9D}"/>
          </ac:spMkLst>
        </pc:spChg>
      </pc:sldChg>
      <pc:sldChg chg="modSp">
        <pc:chgData name="Shrihari Lande" userId="S::shrihari@easyrewardz.com::3bfe6e1a-c86c-457c-aed9-cd6b43819b05" providerId="AD" clId="Web-{B0D1DECD-B227-0E03-D28D-9DD2CB6EC244}" dt="2024-11-25T10:59:06.172" v="775" actId="20577"/>
        <pc:sldMkLst>
          <pc:docMk/>
          <pc:sldMk cId="2635843898" sldId="2817"/>
        </pc:sldMkLst>
        <pc:spChg chg="mod">
          <ac:chgData name="Shrihari Lande" userId="S::shrihari@easyrewardz.com::3bfe6e1a-c86c-457c-aed9-cd6b43819b05" providerId="AD" clId="Web-{B0D1DECD-B227-0E03-D28D-9DD2CB6EC244}" dt="2024-11-25T10:58:56.875" v="765" actId="20577"/>
          <ac:spMkLst>
            <pc:docMk/>
            <pc:sldMk cId="2635843898" sldId="2817"/>
            <ac:spMk id="5" creationId="{8B371718-B39B-482F-D1A0-53DA558DEEE7}"/>
          </ac:spMkLst>
        </pc:spChg>
        <pc:spChg chg="mod">
          <ac:chgData name="Shrihari Lande" userId="S::shrihari@easyrewardz.com::3bfe6e1a-c86c-457c-aed9-cd6b43819b05" providerId="AD" clId="Web-{B0D1DECD-B227-0E03-D28D-9DD2CB6EC244}" dt="2024-11-25T10:59:06.172" v="775" actId="20577"/>
          <ac:spMkLst>
            <pc:docMk/>
            <pc:sldMk cId="2635843898" sldId="2817"/>
            <ac:spMk id="7" creationId="{65E7ECDC-271F-BA49-9646-D09846683957}"/>
          </ac:spMkLst>
        </pc:spChg>
      </pc:sldChg>
      <pc:sldChg chg="modSp">
        <pc:chgData name="Shrihari Lande" userId="S::shrihari@easyrewardz.com::3bfe6e1a-c86c-457c-aed9-cd6b43819b05" providerId="AD" clId="Web-{B0D1DECD-B227-0E03-D28D-9DD2CB6EC244}" dt="2024-11-25T11:00:34.189" v="805" actId="20577"/>
        <pc:sldMkLst>
          <pc:docMk/>
          <pc:sldMk cId="2114559252" sldId="2818"/>
        </pc:sldMkLst>
        <pc:spChg chg="mod">
          <ac:chgData name="Shrihari Lande" userId="S::shrihari@easyrewardz.com::3bfe6e1a-c86c-457c-aed9-cd6b43819b05" providerId="AD" clId="Web-{B0D1DECD-B227-0E03-D28D-9DD2CB6EC244}" dt="2024-11-25T11:00:34.189" v="805" actId="20577"/>
          <ac:spMkLst>
            <pc:docMk/>
            <pc:sldMk cId="2114559252" sldId="2818"/>
            <ac:spMk id="2" creationId="{28CA4BA0-A636-B2E3-ED14-638E3D78D8FC}"/>
          </ac:spMkLst>
        </pc:spChg>
      </pc:sldChg>
      <pc:sldChg chg="modSp">
        <pc:chgData name="Shrihari Lande" userId="S::shrihari@easyrewardz.com::3bfe6e1a-c86c-457c-aed9-cd6b43819b05" providerId="AD" clId="Web-{B0D1DECD-B227-0E03-D28D-9DD2CB6EC244}" dt="2024-11-25T11:01:28.987" v="816" actId="20577"/>
        <pc:sldMkLst>
          <pc:docMk/>
          <pc:sldMk cId="1676408694" sldId="2819"/>
        </pc:sldMkLst>
        <pc:spChg chg="mod">
          <ac:chgData name="Shrihari Lande" userId="S::shrihari@easyrewardz.com::3bfe6e1a-c86c-457c-aed9-cd6b43819b05" providerId="AD" clId="Web-{B0D1DECD-B227-0E03-D28D-9DD2CB6EC244}" dt="2024-11-25T11:01:28.987" v="816" actId="20577"/>
          <ac:spMkLst>
            <pc:docMk/>
            <pc:sldMk cId="1676408694" sldId="2819"/>
            <ac:spMk id="7" creationId="{7DE151C9-7616-80A4-D91F-4899F64B3AAD}"/>
          </ac:spMkLst>
        </pc:spChg>
      </pc:sldChg>
      <pc:sldChg chg="modSp">
        <pc:chgData name="Shrihari Lande" userId="S::shrihari@easyrewardz.com::3bfe6e1a-c86c-457c-aed9-cd6b43819b05" providerId="AD" clId="Web-{B0D1DECD-B227-0E03-D28D-9DD2CB6EC244}" dt="2024-11-25T11:02:09.518" v="849" actId="20577"/>
        <pc:sldMkLst>
          <pc:docMk/>
          <pc:sldMk cId="497433125" sldId="2820"/>
        </pc:sldMkLst>
        <pc:spChg chg="mod">
          <ac:chgData name="Shrihari Lande" userId="S::shrihari@easyrewardz.com::3bfe6e1a-c86c-457c-aed9-cd6b43819b05" providerId="AD" clId="Web-{B0D1DECD-B227-0E03-D28D-9DD2CB6EC244}" dt="2024-11-25T11:02:09.518" v="849" actId="20577"/>
          <ac:spMkLst>
            <pc:docMk/>
            <pc:sldMk cId="497433125" sldId="2820"/>
            <ac:spMk id="7" creationId="{1A691930-AF9D-E81D-C8DD-98343B4891BC}"/>
          </ac:spMkLst>
        </pc:spChg>
      </pc:sldChg>
    </pc:docChg>
  </pc:docChgLst>
  <pc:docChgLst>
    <pc:chgData name="Shrihari Lande" userId="S::shrihari@easyrewardz.com::3bfe6e1a-c86c-457c-aed9-cd6b43819b05" providerId="AD" clId="Web-{D841D628-7F32-DCDD-AC38-BDD67FF5BEA2}"/>
    <pc:docChg chg="addSld modSld">
      <pc:chgData name="Shrihari Lande" userId="S::shrihari@easyrewardz.com::3bfe6e1a-c86c-457c-aed9-cd6b43819b05" providerId="AD" clId="Web-{D841D628-7F32-DCDD-AC38-BDD67FF5BEA2}" dt="2024-12-02T11:48:24.117" v="55" actId="20577"/>
      <pc:docMkLst>
        <pc:docMk/>
      </pc:docMkLst>
      <pc:sldChg chg="delSp modSp">
        <pc:chgData name="Shrihari Lande" userId="S::shrihari@easyrewardz.com::3bfe6e1a-c86c-457c-aed9-cd6b43819b05" providerId="AD" clId="Web-{D841D628-7F32-DCDD-AC38-BDD67FF5BEA2}" dt="2024-12-02T11:45:02.594" v="3"/>
        <pc:sldMkLst>
          <pc:docMk/>
          <pc:sldMk cId="3974213676" sldId="2821"/>
        </pc:sldMkLst>
        <pc:graphicFrameChg chg="del">
          <ac:chgData name="Shrihari Lande" userId="S::shrihari@easyrewardz.com::3bfe6e1a-c86c-457c-aed9-cd6b43819b05" providerId="AD" clId="Web-{D841D628-7F32-DCDD-AC38-BDD67FF5BEA2}" dt="2024-12-02T11:44:56.391" v="0"/>
          <ac:graphicFrameMkLst>
            <pc:docMk/>
            <pc:sldMk cId="3974213676" sldId="2821"/>
            <ac:graphicFrameMk id="8" creationId="{25E12572-DED1-C868-C18D-9AD6494B0767}"/>
          </ac:graphicFrameMkLst>
        </pc:graphicFrameChg>
        <pc:graphicFrameChg chg="del mod modGraphic">
          <ac:chgData name="Shrihari Lande" userId="S::shrihari@easyrewardz.com::3bfe6e1a-c86c-457c-aed9-cd6b43819b05" providerId="AD" clId="Web-{D841D628-7F32-DCDD-AC38-BDD67FF5BEA2}" dt="2024-12-02T11:45:02.594" v="3"/>
          <ac:graphicFrameMkLst>
            <pc:docMk/>
            <pc:sldMk cId="3974213676" sldId="2821"/>
            <ac:graphicFrameMk id="10" creationId="{ADC7F5A6-593B-97DD-16E0-1DA64D9ABD5A}"/>
          </ac:graphicFrameMkLst>
        </pc:graphicFrameChg>
      </pc:sldChg>
      <pc:sldChg chg="delSp modSp">
        <pc:chgData name="Shrihari Lande" userId="S::shrihari@easyrewardz.com::3bfe6e1a-c86c-457c-aed9-cd6b43819b05" providerId="AD" clId="Web-{D841D628-7F32-DCDD-AC38-BDD67FF5BEA2}" dt="2024-12-02T11:46:10.581" v="19" actId="20577"/>
        <pc:sldMkLst>
          <pc:docMk/>
          <pc:sldMk cId="2947160462" sldId="2822"/>
        </pc:sldMkLst>
        <pc:spChg chg="mod">
          <ac:chgData name="Shrihari Lande" userId="S::shrihari@easyrewardz.com::3bfe6e1a-c86c-457c-aed9-cd6b43819b05" providerId="AD" clId="Web-{D841D628-7F32-DCDD-AC38-BDD67FF5BEA2}" dt="2024-12-02T11:46:10.581" v="19" actId="20577"/>
          <ac:spMkLst>
            <pc:docMk/>
            <pc:sldMk cId="2947160462" sldId="2822"/>
            <ac:spMk id="5" creationId="{F82C9B61-DF1B-35E5-031B-20D420925392}"/>
          </ac:spMkLst>
        </pc:spChg>
        <pc:graphicFrameChg chg="del">
          <ac:chgData name="Shrihari Lande" userId="S::shrihari@easyrewardz.com::3bfe6e1a-c86c-457c-aed9-cd6b43819b05" providerId="AD" clId="Web-{D841D628-7F32-DCDD-AC38-BDD67FF5BEA2}" dt="2024-12-02T11:45:14.110" v="4"/>
          <ac:graphicFrameMkLst>
            <pc:docMk/>
            <pc:sldMk cId="2947160462" sldId="2822"/>
            <ac:graphicFrameMk id="4" creationId="{829879D2-363F-C067-21F4-59D09F5714EA}"/>
          </ac:graphicFrameMkLst>
        </pc:graphicFrameChg>
        <pc:graphicFrameChg chg="del">
          <ac:chgData name="Shrihari Lande" userId="S::shrihari@easyrewardz.com::3bfe6e1a-c86c-457c-aed9-cd6b43819b05" providerId="AD" clId="Web-{D841D628-7F32-DCDD-AC38-BDD67FF5BEA2}" dt="2024-12-02T11:45:16.501" v="5"/>
          <ac:graphicFrameMkLst>
            <pc:docMk/>
            <pc:sldMk cId="2947160462" sldId="2822"/>
            <ac:graphicFrameMk id="8" creationId="{63DCC7EF-020D-CF01-978B-59A2303D18A0}"/>
          </ac:graphicFrameMkLst>
        </pc:graphicFrameChg>
      </pc:sldChg>
      <pc:sldChg chg="delSp modSp">
        <pc:chgData name="Shrihari Lande" userId="S::shrihari@easyrewardz.com::3bfe6e1a-c86c-457c-aed9-cd6b43819b05" providerId="AD" clId="Web-{D841D628-7F32-DCDD-AC38-BDD67FF5BEA2}" dt="2024-12-02T11:47:15.130" v="35"/>
        <pc:sldMkLst>
          <pc:docMk/>
          <pc:sldMk cId="4052017212" sldId="2823"/>
        </pc:sldMkLst>
        <pc:graphicFrameChg chg="del">
          <ac:chgData name="Shrihari Lande" userId="S::shrihari@easyrewardz.com::3bfe6e1a-c86c-457c-aed9-cd6b43819b05" providerId="AD" clId="Web-{D841D628-7F32-DCDD-AC38-BDD67FF5BEA2}" dt="2024-12-02T11:47:04.286" v="30"/>
          <ac:graphicFrameMkLst>
            <pc:docMk/>
            <pc:sldMk cId="4052017212" sldId="2823"/>
            <ac:graphicFrameMk id="4" creationId="{A0D788B1-82FC-7DFB-B2C3-D6E324326284}"/>
          </ac:graphicFrameMkLst>
        </pc:graphicFrameChg>
        <pc:graphicFrameChg chg="del mod modGraphic">
          <ac:chgData name="Shrihari Lande" userId="S::shrihari@easyrewardz.com::3bfe6e1a-c86c-457c-aed9-cd6b43819b05" providerId="AD" clId="Web-{D841D628-7F32-DCDD-AC38-BDD67FF5BEA2}" dt="2024-12-02T11:47:15.130" v="35"/>
          <ac:graphicFrameMkLst>
            <pc:docMk/>
            <pc:sldMk cId="4052017212" sldId="2823"/>
            <ac:graphicFrameMk id="8" creationId="{22568263-3112-5F4A-8F28-FFBDA7112998}"/>
          </ac:graphicFrameMkLst>
        </pc:graphicFrameChg>
      </pc:sldChg>
      <pc:sldChg chg="delSp modSp">
        <pc:chgData name="Shrihari Lande" userId="S::shrihari@easyrewardz.com::3bfe6e1a-c86c-457c-aed9-cd6b43819b05" providerId="AD" clId="Web-{D841D628-7F32-DCDD-AC38-BDD67FF5BEA2}" dt="2024-12-02T11:48:07.194" v="50" actId="20577"/>
        <pc:sldMkLst>
          <pc:docMk/>
          <pc:sldMk cId="3272716089" sldId="2824"/>
        </pc:sldMkLst>
        <pc:spChg chg="mod">
          <ac:chgData name="Shrihari Lande" userId="S::shrihari@easyrewardz.com::3bfe6e1a-c86c-457c-aed9-cd6b43819b05" providerId="AD" clId="Web-{D841D628-7F32-DCDD-AC38-BDD67FF5BEA2}" dt="2024-12-02T11:48:07.194" v="50" actId="20577"/>
          <ac:spMkLst>
            <pc:docMk/>
            <pc:sldMk cId="3272716089" sldId="2824"/>
            <ac:spMk id="5" creationId="{F82C9B61-DF1B-35E5-031B-20D420925392}"/>
          </ac:spMkLst>
        </pc:spChg>
        <pc:graphicFrameChg chg="del mod modGraphic">
          <ac:chgData name="Shrihari Lande" userId="S::shrihari@easyrewardz.com::3bfe6e1a-c86c-457c-aed9-cd6b43819b05" providerId="AD" clId="Web-{D841D628-7F32-DCDD-AC38-BDD67FF5BEA2}" dt="2024-12-02T11:47:28.146" v="38"/>
          <ac:graphicFrameMkLst>
            <pc:docMk/>
            <pc:sldMk cId="3272716089" sldId="2824"/>
            <ac:graphicFrameMk id="3" creationId="{7E99A66F-0A10-E3EA-F885-AE0EA6B871CC}"/>
          </ac:graphicFrameMkLst>
        </pc:graphicFrameChg>
        <pc:graphicFrameChg chg="del">
          <ac:chgData name="Shrihari Lande" userId="S::shrihari@easyrewardz.com::3bfe6e1a-c86c-457c-aed9-cd6b43819b05" providerId="AD" clId="Web-{D841D628-7F32-DCDD-AC38-BDD67FF5BEA2}" dt="2024-12-02T11:47:32.834" v="39"/>
          <ac:graphicFrameMkLst>
            <pc:docMk/>
            <pc:sldMk cId="3272716089" sldId="2824"/>
            <ac:graphicFrameMk id="7" creationId="{3EFD5D99-FB0E-6295-C14E-687E98209C8B}"/>
          </ac:graphicFrameMkLst>
        </pc:graphicFrameChg>
      </pc:sldChg>
      <pc:sldChg chg="modSp add replId">
        <pc:chgData name="Shrihari Lande" userId="S::shrihari@easyrewardz.com::3bfe6e1a-c86c-457c-aed9-cd6b43819b05" providerId="AD" clId="Web-{D841D628-7F32-DCDD-AC38-BDD67FF5BEA2}" dt="2024-12-02T11:46:36.691" v="29" actId="20577"/>
        <pc:sldMkLst>
          <pc:docMk/>
          <pc:sldMk cId="3321933016" sldId="2825"/>
        </pc:sldMkLst>
        <pc:spChg chg="mod">
          <ac:chgData name="Shrihari Lande" userId="S::shrihari@easyrewardz.com::3bfe6e1a-c86c-457c-aed9-cd6b43819b05" providerId="AD" clId="Web-{D841D628-7F32-DCDD-AC38-BDD67FF5BEA2}" dt="2024-12-02T11:46:36.691" v="29" actId="20577"/>
          <ac:spMkLst>
            <pc:docMk/>
            <pc:sldMk cId="3321933016" sldId="2825"/>
            <ac:spMk id="5" creationId="{F82C9B61-DF1B-35E5-031B-20D420925392}"/>
          </ac:spMkLst>
        </pc:spChg>
      </pc:sldChg>
      <pc:sldChg chg="modSp add replId">
        <pc:chgData name="Shrihari Lande" userId="S::shrihari@easyrewardz.com::3bfe6e1a-c86c-457c-aed9-cd6b43819b05" providerId="AD" clId="Web-{D841D628-7F32-DCDD-AC38-BDD67FF5BEA2}" dt="2024-12-02T11:48:24.117" v="55" actId="20577"/>
        <pc:sldMkLst>
          <pc:docMk/>
          <pc:sldMk cId="3207699012" sldId="2826"/>
        </pc:sldMkLst>
        <pc:spChg chg="mod">
          <ac:chgData name="Shrihari Lande" userId="S::shrihari@easyrewardz.com::3bfe6e1a-c86c-457c-aed9-cd6b43819b05" providerId="AD" clId="Web-{D841D628-7F32-DCDD-AC38-BDD67FF5BEA2}" dt="2024-12-02T11:48:24.117" v="55" actId="20577"/>
          <ac:spMkLst>
            <pc:docMk/>
            <pc:sldMk cId="3207699012" sldId="2826"/>
            <ac:spMk id="5" creationId="{F82C9B61-DF1B-35E5-031B-20D420925392}"/>
          </ac:spMkLst>
        </pc:spChg>
      </pc:sldChg>
    </pc:docChg>
  </pc:docChgLst>
  <pc:docChgLst>
    <pc:chgData name="Shrihari Lande" userId="S::shrihari@easyrewardz.com::3bfe6e1a-c86c-457c-aed9-cd6b43819b05" providerId="AD" clId="Web-{3104A2DC-03FD-40C3-21A0-70ED71B2A79B}"/>
    <pc:docChg chg="modSld">
      <pc:chgData name="Shrihari Lande" userId="S::shrihari@easyrewardz.com::3bfe6e1a-c86c-457c-aed9-cd6b43819b05" providerId="AD" clId="Web-{3104A2DC-03FD-40C3-21A0-70ED71B2A79B}" dt="2025-02-09T06:09:52.177" v="124"/>
      <pc:docMkLst>
        <pc:docMk/>
      </pc:docMkLst>
      <pc:sldChg chg="modSp">
        <pc:chgData name="Shrihari Lande" userId="S::shrihari@easyrewardz.com::3bfe6e1a-c86c-457c-aed9-cd6b43819b05" providerId="AD" clId="Web-{3104A2DC-03FD-40C3-21A0-70ED71B2A79B}" dt="2025-02-09T06:09:52.177" v="124"/>
        <pc:sldMkLst>
          <pc:docMk/>
          <pc:sldMk cId="228796867" sldId="2813"/>
        </pc:sldMkLst>
        <pc:spChg chg="mod">
          <ac:chgData name="Shrihari Lande" userId="S::shrihari@easyrewardz.com::3bfe6e1a-c86c-457c-aed9-cd6b43819b05" providerId="AD" clId="Web-{3104A2DC-03FD-40C3-21A0-70ED71B2A79B}" dt="2025-02-09T06:06:55.797" v="0" actId="1076"/>
          <ac:spMkLst>
            <pc:docMk/>
            <pc:sldMk cId="228796867" sldId="2813"/>
            <ac:spMk id="2" creationId="{6EBFAFDF-69D5-DED3-4C25-C3D98BC5B5E0}"/>
          </ac:spMkLst>
        </pc:spChg>
        <pc:graphicFrameChg chg="mod modGraphic">
          <ac:chgData name="Shrihari Lande" userId="S::shrihari@easyrewardz.com::3bfe6e1a-c86c-457c-aed9-cd6b43819b05" providerId="AD" clId="Web-{3104A2DC-03FD-40C3-21A0-70ED71B2A79B}" dt="2025-02-09T06:09:52.177" v="124"/>
          <ac:graphicFrameMkLst>
            <pc:docMk/>
            <pc:sldMk cId="228796867" sldId="2813"/>
            <ac:graphicFrameMk id="7" creationId="{7543242D-473D-A4AD-D736-302719F645F3}"/>
          </ac:graphicFrameMkLst>
        </pc:graphicFrameChg>
        <pc:graphicFrameChg chg="mod modGraphic">
          <ac:chgData name="Shrihari Lande" userId="S::shrihari@easyrewardz.com::3bfe6e1a-c86c-457c-aed9-cd6b43819b05" providerId="AD" clId="Web-{3104A2DC-03FD-40C3-21A0-70ED71B2A79B}" dt="2025-02-09T06:09:09.847" v="92" actId="1076"/>
          <ac:graphicFrameMkLst>
            <pc:docMk/>
            <pc:sldMk cId="228796867" sldId="2813"/>
            <ac:graphicFrameMk id="9" creationId="{BA9BA0D2-10D2-16BB-B7ED-295D70DFCBBF}"/>
          </ac:graphicFrameMkLst>
        </pc:graphicFrameChg>
      </pc:sldChg>
    </pc:docChg>
  </pc:docChgLst>
  <pc:docChgLst>
    <pc:chgData name="Shrihari Lande" userId="S::shrihari@easyrewardz.com::3bfe6e1a-c86c-457c-aed9-cd6b43819b05" providerId="AD" clId="Web-{61C4BAA6-3743-38C3-DEB2-8A8EA5FD7FEA}"/>
    <pc:docChg chg="modSld">
      <pc:chgData name="Shrihari Lande" userId="S::shrihari@easyrewardz.com::3bfe6e1a-c86c-457c-aed9-cd6b43819b05" providerId="AD" clId="Web-{61C4BAA6-3743-38C3-DEB2-8A8EA5FD7FEA}" dt="2024-11-27T12:51:06.170" v="2" actId="20577"/>
      <pc:docMkLst>
        <pc:docMk/>
      </pc:docMkLst>
      <pc:sldChg chg="modSp">
        <pc:chgData name="Shrihari Lande" userId="S::shrihari@easyrewardz.com::3bfe6e1a-c86c-457c-aed9-cd6b43819b05" providerId="AD" clId="Web-{61C4BAA6-3743-38C3-DEB2-8A8EA5FD7FEA}" dt="2024-11-27T12:51:06.170" v="2" actId="20577"/>
        <pc:sldMkLst>
          <pc:docMk/>
          <pc:sldMk cId="2114559252" sldId="2818"/>
        </pc:sldMkLst>
        <pc:spChg chg="mod">
          <ac:chgData name="Shrihari Lande" userId="S::shrihari@easyrewardz.com::3bfe6e1a-c86c-457c-aed9-cd6b43819b05" providerId="AD" clId="Web-{61C4BAA6-3743-38C3-DEB2-8A8EA5FD7FEA}" dt="2024-11-27T12:51:06.170" v="2" actId="20577"/>
          <ac:spMkLst>
            <pc:docMk/>
            <pc:sldMk cId="2114559252" sldId="2818"/>
            <ac:spMk id="5" creationId="{9D190367-8EAA-DE42-01BF-2013C7062580}"/>
          </ac:spMkLst>
        </pc:spChg>
      </pc:sldChg>
    </pc:docChg>
  </pc:docChgLst>
  <pc:docChgLst>
    <pc:chgData name="Shrihari Lande" userId="S::shrihari@easyrewardz.com::3bfe6e1a-c86c-457c-aed9-cd6b43819b05" providerId="AD" clId="Web-{22683F9E-2BDA-2F7C-D559-3F6A89FBFDB7}"/>
    <pc:docChg chg="delSld modSld">
      <pc:chgData name="Shrihari Lande" userId="S::shrihari@easyrewardz.com::3bfe6e1a-c86c-457c-aed9-cd6b43819b05" providerId="AD" clId="Web-{22683F9E-2BDA-2F7C-D559-3F6A89FBFDB7}" dt="2024-12-03T10:53:44.388" v="5"/>
      <pc:docMkLst>
        <pc:docMk/>
      </pc:docMkLst>
      <pc:sldChg chg="modSp">
        <pc:chgData name="Shrihari Lande" userId="S::shrihari@easyrewardz.com::3bfe6e1a-c86c-457c-aed9-cd6b43819b05" providerId="AD" clId="Web-{22683F9E-2BDA-2F7C-D559-3F6A89FBFDB7}" dt="2024-12-03T10:53:32.981" v="4" actId="20577"/>
        <pc:sldMkLst>
          <pc:docMk/>
          <pc:sldMk cId="3272716089" sldId="2824"/>
        </pc:sldMkLst>
        <pc:spChg chg="mod">
          <ac:chgData name="Shrihari Lande" userId="S::shrihari@easyrewardz.com::3bfe6e1a-c86c-457c-aed9-cd6b43819b05" providerId="AD" clId="Web-{22683F9E-2BDA-2F7C-D559-3F6A89FBFDB7}" dt="2024-12-03T10:53:32.981" v="4" actId="20577"/>
          <ac:spMkLst>
            <pc:docMk/>
            <pc:sldMk cId="3272716089" sldId="2824"/>
            <ac:spMk id="5" creationId="{F82C9B61-DF1B-35E5-031B-20D420925392}"/>
          </ac:spMkLst>
        </pc:spChg>
      </pc:sldChg>
      <pc:sldChg chg="del">
        <pc:chgData name="Shrihari Lande" userId="S::shrihari@easyrewardz.com::3bfe6e1a-c86c-457c-aed9-cd6b43819b05" providerId="AD" clId="Web-{22683F9E-2BDA-2F7C-D559-3F6A89FBFDB7}" dt="2024-12-03T10:53:44.388" v="5"/>
        <pc:sldMkLst>
          <pc:docMk/>
          <pc:sldMk cId="3207699012" sldId="2826"/>
        </pc:sldMkLst>
      </pc:sldChg>
    </pc:docChg>
  </pc:docChgLst>
  <pc:docChgLst>
    <pc:chgData name="Shrihari Lande" userId="S::shrihari@easyrewardz.com::3bfe6e1a-c86c-457c-aed9-cd6b43819b05" providerId="AD" clId="Web-{B41F0F40-DBF2-B446-899D-FA42D6415880}"/>
    <pc:docChg chg="modSld">
      <pc:chgData name="Shrihari Lande" userId="S::shrihari@easyrewardz.com::3bfe6e1a-c86c-457c-aed9-cd6b43819b05" providerId="AD" clId="Web-{B41F0F40-DBF2-B446-899D-FA42D6415880}" dt="2024-11-28T10:06:44.225" v="37" actId="20577"/>
      <pc:docMkLst>
        <pc:docMk/>
      </pc:docMkLst>
      <pc:sldChg chg="modSp">
        <pc:chgData name="Shrihari Lande" userId="S::shrihari@easyrewardz.com::3bfe6e1a-c86c-457c-aed9-cd6b43819b05" providerId="AD" clId="Web-{B41F0F40-DBF2-B446-899D-FA42D6415880}" dt="2024-11-28T10:04:56.143" v="31"/>
        <pc:sldMkLst>
          <pc:docMk/>
          <pc:sldMk cId="3443446713" sldId="2699"/>
        </pc:sldMkLst>
        <pc:graphicFrameChg chg="mod modGraphic">
          <ac:chgData name="Shrihari Lande" userId="S::shrihari@easyrewardz.com::3bfe6e1a-c86c-457c-aed9-cd6b43819b05" providerId="AD" clId="Web-{B41F0F40-DBF2-B446-899D-FA42D6415880}" dt="2024-11-28T10:04:56.143" v="31"/>
          <ac:graphicFrameMkLst>
            <pc:docMk/>
            <pc:sldMk cId="3443446713" sldId="2699"/>
            <ac:graphicFrameMk id="3" creationId="{810C45CA-CCB8-837E-4949-7310E8D3FADC}"/>
          </ac:graphicFrameMkLst>
        </pc:graphicFrameChg>
      </pc:sldChg>
      <pc:sldChg chg="modSp">
        <pc:chgData name="Shrihari Lande" userId="S::shrihari@easyrewardz.com::3bfe6e1a-c86c-457c-aed9-cd6b43819b05" providerId="AD" clId="Web-{B41F0F40-DBF2-B446-899D-FA42D6415880}" dt="2024-11-28T10:06:44.225" v="37" actId="20577"/>
        <pc:sldMkLst>
          <pc:docMk/>
          <pc:sldMk cId="768847364" sldId="2719"/>
        </pc:sldMkLst>
        <pc:spChg chg="mod">
          <ac:chgData name="Shrihari Lande" userId="S::shrihari@easyrewardz.com::3bfe6e1a-c86c-457c-aed9-cd6b43819b05" providerId="AD" clId="Web-{B41F0F40-DBF2-B446-899D-FA42D6415880}" dt="2024-11-28T10:06:44.225" v="37" actId="20577"/>
          <ac:spMkLst>
            <pc:docMk/>
            <pc:sldMk cId="768847364" sldId="2719"/>
            <ac:spMk id="5" creationId="{71439854-0552-01BB-3749-AB5CCF556612}"/>
          </ac:spMkLst>
        </pc:spChg>
      </pc:sldChg>
      <pc:sldChg chg="modSp">
        <pc:chgData name="Shrihari Lande" userId="S::shrihari@easyrewardz.com::3bfe6e1a-c86c-457c-aed9-cd6b43819b05" providerId="AD" clId="Web-{B41F0F40-DBF2-B446-899D-FA42D6415880}" dt="2024-11-28T10:06:09.786" v="33" actId="20577"/>
        <pc:sldMkLst>
          <pc:docMk/>
          <pc:sldMk cId="564231327" sldId="2807"/>
        </pc:sldMkLst>
        <pc:spChg chg="mod">
          <ac:chgData name="Shrihari Lande" userId="S::shrihari@easyrewardz.com::3bfe6e1a-c86c-457c-aed9-cd6b43819b05" providerId="AD" clId="Web-{B41F0F40-DBF2-B446-899D-FA42D6415880}" dt="2024-11-28T10:06:09.786" v="33" actId="20577"/>
          <ac:spMkLst>
            <pc:docMk/>
            <pc:sldMk cId="564231327" sldId="2807"/>
            <ac:spMk id="5" creationId="{466C2533-9761-96F7-878B-82CA7E978910}"/>
          </ac:spMkLst>
        </pc:spChg>
      </pc:sldChg>
      <pc:sldChg chg="modSp">
        <pc:chgData name="Shrihari Lande" userId="S::shrihari@easyrewardz.com::3bfe6e1a-c86c-457c-aed9-cd6b43819b05" providerId="AD" clId="Web-{B41F0F40-DBF2-B446-899D-FA42D6415880}" dt="2024-11-28T10:06:24.599" v="35" actId="20577"/>
        <pc:sldMkLst>
          <pc:docMk/>
          <pc:sldMk cId="1676408694" sldId="2819"/>
        </pc:sldMkLst>
        <pc:spChg chg="mod">
          <ac:chgData name="Shrihari Lande" userId="S::shrihari@easyrewardz.com::3bfe6e1a-c86c-457c-aed9-cd6b43819b05" providerId="AD" clId="Web-{B41F0F40-DBF2-B446-899D-FA42D6415880}" dt="2024-11-28T10:06:24.599" v="35" actId="20577"/>
          <ac:spMkLst>
            <pc:docMk/>
            <pc:sldMk cId="1676408694" sldId="2819"/>
            <ac:spMk id="5" creationId="{466C2533-9761-96F7-878B-82CA7E978910}"/>
          </ac:spMkLst>
        </pc:spChg>
      </pc:sldChg>
    </pc:docChg>
  </pc:docChgLst>
  <pc:docChgLst>
    <pc:chgData name="Shrihari Lande" userId="S::shrihari@easyrewardz.com::3bfe6e1a-c86c-457c-aed9-cd6b43819b05" providerId="AD" clId="Web-{3D032436-58FC-4867-E3F3-FABB84E57B54}"/>
    <pc:docChg chg="modSld">
      <pc:chgData name="Shrihari Lande" userId="S::shrihari@easyrewardz.com::3bfe6e1a-c86c-457c-aed9-cd6b43819b05" providerId="AD" clId="Web-{3D032436-58FC-4867-E3F3-FABB84E57B54}" dt="2024-11-29T07:57:19.719" v="8" actId="20577"/>
      <pc:docMkLst>
        <pc:docMk/>
      </pc:docMkLst>
      <pc:sldChg chg="modSp">
        <pc:chgData name="Shrihari Lande" userId="S::shrihari@easyrewardz.com::3bfe6e1a-c86c-457c-aed9-cd6b43819b05" providerId="AD" clId="Web-{3D032436-58FC-4867-E3F3-FABB84E57B54}" dt="2024-11-29T07:56:19.859" v="1" actId="20577"/>
        <pc:sldMkLst>
          <pc:docMk/>
          <pc:sldMk cId="2475288648" sldId="2701"/>
        </pc:sldMkLst>
        <pc:spChg chg="mod">
          <ac:chgData name="Shrihari Lande" userId="S::shrihari@easyrewardz.com::3bfe6e1a-c86c-457c-aed9-cd6b43819b05" providerId="AD" clId="Web-{3D032436-58FC-4867-E3F3-FABB84E57B54}" dt="2024-11-29T07:56:19.859" v="1" actId="20577"/>
          <ac:spMkLst>
            <pc:docMk/>
            <pc:sldMk cId="2475288648" sldId="2701"/>
            <ac:spMk id="7" creationId="{32665848-A7CB-F06E-31DD-820E43F91055}"/>
          </ac:spMkLst>
        </pc:spChg>
      </pc:sldChg>
      <pc:sldChg chg="modSp">
        <pc:chgData name="Shrihari Lande" userId="S::shrihari@easyrewardz.com::3bfe6e1a-c86c-457c-aed9-cd6b43819b05" providerId="AD" clId="Web-{3D032436-58FC-4867-E3F3-FABB84E57B54}" dt="2024-11-29T07:56:36.234" v="3" actId="20577"/>
        <pc:sldMkLst>
          <pc:docMk/>
          <pc:sldMk cId="525745632" sldId="2703"/>
        </pc:sldMkLst>
        <pc:spChg chg="mod">
          <ac:chgData name="Shrihari Lande" userId="S::shrihari@easyrewardz.com::3bfe6e1a-c86c-457c-aed9-cd6b43819b05" providerId="AD" clId="Web-{3D032436-58FC-4867-E3F3-FABB84E57B54}" dt="2024-11-29T07:56:36.234" v="3" actId="20577"/>
          <ac:spMkLst>
            <pc:docMk/>
            <pc:sldMk cId="525745632" sldId="2703"/>
            <ac:spMk id="8" creationId="{6A408A58-DC06-316F-F0AE-D83B3239D589}"/>
          </ac:spMkLst>
        </pc:spChg>
      </pc:sldChg>
      <pc:sldChg chg="modSp">
        <pc:chgData name="Shrihari Lande" userId="S::shrihari@easyrewardz.com::3bfe6e1a-c86c-457c-aed9-cd6b43819b05" providerId="AD" clId="Web-{3D032436-58FC-4867-E3F3-FABB84E57B54}" dt="2024-11-29T07:57:19.719" v="8" actId="20577"/>
        <pc:sldMkLst>
          <pc:docMk/>
          <pc:sldMk cId="3144022827" sldId="2705"/>
        </pc:sldMkLst>
        <pc:spChg chg="mod">
          <ac:chgData name="Shrihari Lande" userId="S::shrihari@easyrewardz.com::3bfe6e1a-c86c-457c-aed9-cd6b43819b05" providerId="AD" clId="Web-{3D032436-58FC-4867-E3F3-FABB84E57B54}" dt="2024-11-29T07:57:19.719" v="8" actId="20577"/>
          <ac:spMkLst>
            <pc:docMk/>
            <pc:sldMk cId="3144022827" sldId="2705"/>
            <ac:spMk id="5" creationId="{8B371718-B39B-482F-D1A0-53DA558DEEE7}"/>
          </ac:spMkLst>
        </pc:spChg>
      </pc:sldChg>
      <pc:sldChg chg="modSp">
        <pc:chgData name="Shrihari Lande" userId="S::shrihari@easyrewardz.com::3bfe6e1a-c86c-457c-aed9-cd6b43819b05" providerId="AD" clId="Web-{3D032436-58FC-4867-E3F3-FABB84E57B54}" dt="2024-11-29T07:57:00.391" v="6" actId="20577"/>
        <pc:sldMkLst>
          <pc:docMk/>
          <pc:sldMk cId="1919634380" sldId="2815"/>
        </pc:sldMkLst>
        <pc:spChg chg="mod">
          <ac:chgData name="Shrihari Lande" userId="S::shrihari@easyrewardz.com::3bfe6e1a-c86c-457c-aed9-cd6b43819b05" providerId="AD" clId="Web-{3D032436-58FC-4867-E3F3-FABB84E57B54}" dt="2024-11-29T07:57:00.391" v="6" actId="20577"/>
          <ac:spMkLst>
            <pc:docMk/>
            <pc:sldMk cId="1919634380" sldId="2815"/>
            <ac:spMk id="8" creationId="{6A408A58-DC06-316F-F0AE-D83B3239D589}"/>
          </ac:spMkLst>
        </pc:spChg>
      </pc:sldChg>
    </pc:docChg>
  </pc:docChgLst>
  <pc:docChgLst>
    <pc:chgData name="Shrihari Lande" userId="S::shrihari@easyrewardz.com::3bfe6e1a-c86c-457c-aed9-cd6b43819b05" providerId="AD" clId="Web-{6A2F979D-657A-CDC2-E20F-84558E5851F0}"/>
    <pc:docChg chg="modSld">
      <pc:chgData name="Shrihari Lande" userId="S::shrihari@easyrewardz.com::3bfe6e1a-c86c-457c-aed9-cd6b43819b05" providerId="AD" clId="Web-{6A2F979D-657A-CDC2-E20F-84558E5851F0}" dt="2024-12-16T11:32:35.668" v="13"/>
      <pc:docMkLst>
        <pc:docMk/>
      </pc:docMkLst>
      <pc:sldChg chg="delSp modSp">
        <pc:chgData name="Shrihari Lande" userId="S::shrihari@easyrewardz.com::3bfe6e1a-c86c-457c-aed9-cd6b43819b05" providerId="AD" clId="Web-{6A2F979D-657A-CDC2-E20F-84558E5851F0}" dt="2024-12-16T11:32:18.980" v="11"/>
        <pc:sldMkLst>
          <pc:docMk/>
          <pc:sldMk cId="768847364" sldId="2719"/>
        </pc:sldMkLst>
        <pc:spChg chg="mod">
          <ac:chgData name="Shrihari Lande" userId="S::shrihari@easyrewardz.com::3bfe6e1a-c86c-457c-aed9-cd6b43819b05" providerId="AD" clId="Web-{6A2F979D-657A-CDC2-E20F-84558E5851F0}" dt="2024-12-16T11:32:16.074" v="10" actId="1076"/>
          <ac:spMkLst>
            <pc:docMk/>
            <pc:sldMk cId="768847364" sldId="2719"/>
            <ac:spMk id="7" creationId="{1A691930-AF9D-E81D-C8DD-98343B4891BC}"/>
          </ac:spMkLst>
        </pc:spChg>
        <pc:graphicFrameChg chg="del">
          <ac:chgData name="Shrihari Lande" userId="S::shrihari@easyrewardz.com::3bfe6e1a-c86c-457c-aed9-cd6b43819b05" providerId="AD" clId="Web-{6A2F979D-657A-CDC2-E20F-84558E5851F0}" dt="2024-12-16T11:32:18.980" v="11"/>
          <ac:graphicFrameMkLst>
            <pc:docMk/>
            <pc:sldMk cId="768847364" sldId="2719"/>
            <ac:graphicFrameMk id="3" creationId="{C38649CA-83E3-8945-AB66-D18692F7F580}"/>
          </ac:graphicFrameMkLst>
        </pc:graphicFrameChg>
      </pc:sldChg>
      <pc:sldChg chg="delSp modSp">
        <pc:chgData name="Shrihari Lande" userId="S::shrihari@easyrewardz.com::3bfe6e1a-c86c-457c-aed9-cd6b43819b05" providerId="AD" clId="Web-{6A2F979D-657A-CDC2-E20F-84558E5851F0}" dt="2024-12-16T11:30:48.573" v="3" actId="1076"/>
        <pc:sldMkLst>
          <pc:docMk/>
          <pc:sldMk cId="2312183897" sldId="2745"/>
        </pc:sldMkLst>
        <pc:spChg chg="mod">
          <ac:chgData name="Shrihari Lande" userId="S::shrihari@easyrewardz.com::3bfe6e1a-c86c-457c-aed9-cd6b43819b05" providerId="AD" clId="Web-{6A2F979D-657A-CDC2-E20F-84558E5851F0}" dt="2024-12-16T11:30:48.573" v="3" actId="1076"/>
          <ac:spMkLst>
            <pc:docMk/>
            <pc:sldMk cId="2312183897" sldId="2745"/>
            <ac:spMk id="2" creationId="{28CA4BA0-A636-B2E3-ED14-638E3D78D8FC}"/>
          </ac:spMkLst>
        </pc:spChg>
        <pc:graphicFrameChg chg="del">
          <ac:chgData name="Shrihari Lande" userId="S::shrihari@easyrewardz.com::3bfe6e1a-c86c-457c-aed9-cd6b43819b05" providerId="AD" clId="Web-{6A2F979D-657A-CDC2-E20F-84558E5851F0}" dt="2024-12-16T11:30:27.588" v="1"/>
          <ac:graphicFrameMkLst>
            <pc:docMk/>
            <pc:sldMk cId="2312183897" sldId="2745"/>
            <ac:graphicFrameMk id="4" creationId="{45928A23-C95F-9B30-7699-3B6EA71592E2}"/>
          </ac:graphicFrameMkLst>
        </pc:graphicFrameChg>
      </pc:sldChg>
      <pc:sldChg chg="delSp modSp">
        <pc:chgData name="Shrihari Lande" userId="S::shrihari@easyrewardz.com::3bfe6e1a-c86c-457c-aed9-cd6b43819b05" providerId="AD" clId="Web-{6A2F979D-657A-CDC2-E20F-84558E5851F0}" dt="2024-12-16T11:31:15.511" v="7"/>
        <pc:sldMkLst>
          <pc:docMk/>
          <pc:sldMk cId="564231327" sldId="2807"/>
        </pc:sldMkLst>
        <pc:spChg chg="mod">
          <ac:chgData name="Shrihari Lande" userId="S::shrihari@easyrewardz.com::3bfe6e1a-c86c-457c-aed9-cd6b43819b05" providerId="AD" clId="Web-{6A2F979D-657A-CDC2-E20F-84558E5851F0}" dt="2024-12-16T11:31:12.495" v="6" actId="1076"/>
          <ac:spMkLst>
            <pc:docMk/>
            <pc:sldMk cId="564231327" sldId="2807"/>
            <ac:spMk id="7" creationId="{7DE151C9-7616-80A4-D91F-4899F64B3AAD}"/>
          </ac:spMkLst>
        </pc:spChg>
        <pc:graphicFrameChg chg="del">
          <ac:chgData name="Shrihari Lande" userId="S::shrihari@easyrewardz.com::3bfe6e1a-c86c-457c-aed9-cd6b43819b05" providerId="AD" clId="Web-{6A2F979D-657A-CDC2-E20F-84558E5851F0}" dt="2024-12-16T11:31:15.511" v="7"/>
          <ac:graphicFrameMkLst>
            <pc:docMk/>
            <pc:sldMk cId="564231327" sldId="2807"/>
            <ac:graphicFrameMk id="4" creationId="{AC7724E7-34AA-A23F-4425-37C6E507D586}"/>
          </ac:graphicFrameMkLst>
        </pc:graphicFrameChg>
      </pc:sldChg>
      <pc:sldChg chg="delSp modSp">
        <pc:chgData name="Shrihari Lande" userId="S::shrihari@easyrewardz.com::3bfe6e1a-c86c-457c-aed9-cd6b43819b05" providerId="AD" clId="Web-{6A2F979D-657A-CDC2-E20F-84558E5851F0}" dt="2024-12-16T11:30:55.026" v="4"/>
        <pc:sldMkLst>
          <pc:docMk/>
          <pc:sldMk cId="2114559252" sldId="2818"/>
        </pc:sldMkLst>
        <pc:spChg chg="mod">
          <ac:chgData name="Shrihari Lande" userId="S::shrihari@easyrewardz.com::3bfe6e1a-c86c-457c-aed9-cd6b43819b05" providerId="AD" clId="Web-{6A2F979D-657A-CDC2-E20F-84558E5851F0}" dt="2024-12-16T11:30:38.495" v="2" actId="1076"/>
          <ac:spMkLst>
            <pc:docMk/>
            <pc:sldMk cId="2114559252" sldId="2818"/>
            <ac:spMk id="2" creationId="{28CA4BA0-A636-B2E3-ED14-638E3D78D8FC}"/>
          </ac:spMkLst>
        </pc:spChg>
        <pc:graphicFrameChg chg="del">
          <ac:chgData name="Shrihari Lande" userId="S::shrihari@easyrewardz.com::3bfe6e1a-c86c-457c-aed9-cd6b43819b05" providerId="AD" clId="Web-{6A2F979D-657A-CDC2-E20F-84558E5851F0}" dt="2024-12-16T11:30:55.026" v="4"/>
          <ac:graphicFrameMkLst>
            <pc:docMk/>
            <pc:sldMk cId="2114559252" sldId="2818"/>
            <ac:graphicFrameMk id="6" creationId="{898B8628-D6E8-9263-C69B-01519C38131C}"/>
          </ac:graphicFrameMkLst>
        </pc:graphicFrameChg>
      </pc:sldChg>
      <pc:sldChg chg="delSp modSp">
        <pc:chgData name="Shrihari Lande" userId="S::shrihari@easyrewardz.com::3bfe6e1a-c86c-457c-aed9-cd6b43819b05" providerId="AD" clId="Web-{6A2F979D-657A-CDC2-E20F-84558E5851F0}" dt="2024-12-16T11:31:30.495" v="9"/>
        <pc:sldMkLst>
          <pc:docMk/>
          <pc:sldMk cId="1676408694" sldId="2819"/>
        </pc:sldMkLst>
        <pc:spChg chg="mod">
          <ac:chgData name="Shrihari Lande" userId="S::shrihari@easyrewardz.com::3bfe6e1a-c86c-457c-aed9-cd6b43819b05" providerId="AD" clId="Web-{6A2F979D-657A-CDC2-E20F-84558E5851F0}" dt="2024-12-16T11:31:26.886" v="8" actId="1076"/>
          <ac:spMkLst>
            <pc:docMk/>
            <pc:sldMk cId="1676408694" sldId="2819"/>
            <ac:spMk id="7" creationId="{7DE151C9-7616-80A4-D91F-4899F64B3AAD}"/>
          </ac:spMkLst>
        </pc:spChg>
        <pc:graphicFrameChg chg="del">
          <ac:chgData name="Shrihari Lande" userId="S::shrihari@easyrewardz.com::3bfe6e1a-c86c-457c-aed9-cd6b43819b05" providerId="AD" clId="Web-{6A2F979D-657A-CDC2-E20F-84558E5851F0}" dt="2024-12-16T11:31:30.495" v="9"/>
          <ac:graphicFrameMkLst>
            <pc:docMk/>
            <pc:sldMk cId="1676408694" sldId="2819"/>
            <ac:graphicFrameMk id="3" creationId="{9AE90B80-EA5E-625D-02F6-08BA16C7BEE4}"/>
          </ac:graphicFrameMkLst>
        </pc:graphicFrameChg>
      </pc:sldChg>
      <pc:sldChg chg="delSp modSp">
        <pc:chgData name="Shrihari Lande" userId="S::shrihari@easyrewardz.com::3bfe6e1a-c86c-457c-aed9-cd6b43819b05" providerId="AD" clId="Web-{6A2F979D-657A-CDC2-E20F-84558E5851F0}" dt="2024-12-16T11:32:35.668" v="13"/>
        <pc:sldMkLst>
          <pc:docMk/>
          <pc:sldMk cId="497433125" sldId="2820"/>
        </pc:sldMkLst>
        <pc:spChg chg="mod">
          <ac:chgData name="Shrihari Lande" userId="S::shrihari@easyrewardz.com::3bfe6e1a-c86c-457c-aed9-cd6b43819b05" providerId="AD" clId="Web-{6A2F979D-657A-CDC2-E20F-84558E5851F0}" dt="2024-12-16T11:32:32.699" v="12" actId="1076"/>
          <ac:spMkLst>
            <pc:docMk/>
            <pc:sldMk cId="497433125" sldId="2820"/>
            <ac:spMk id="7" creationId="{1A691930-AF9D-E81D-C8DD-98343B4891BC}"/>
          </ac:spMkLst>
        </pc:spChg>
        <pc:graphicFrameChg chg="del">
          <ac:chgData name="Shrihari Lande" userId="S::shrihari@easyrewardz.com::3bfe6e1a-c86c-457c-aed9-cd6b43819b05" providerId="AD" clId="Web-{6A2F979D-657A-CDC2-E20F-84558E5851F0}" dt="2024-12-16T11:32:35.668" v="13"/>
          <ac:graphicFrameMkLst>
            <pc:docMk/>
            <pc:sldMk cId="497433125" sldId="2820"/>
            <ac:graphicFrameMk id="4" creationId="{5A6F933A-9266-05B4-31DC-4E9CEE519E4E}"/>
          </ac:graphicFrameMkLst>
        </pc:graphicFrameChg>
      </pc:sldChg>
    </pc:docChg>
  </pc:docChgLst>
  <pc:docChgLst>
    <pc:chgData name="Shrihari Lande" userId="S::shrihari@easyrewardz.com::3bfe6e1a-c86c-457c-aed9-cd6b43819b05" providerId="AD" clId="Web-{3B239375-9783-94C4-4CFA-E5778428B55C}"/>
    <pc:docChg chg="modSld">
      <pc:chgData name="Shrihari Lande" userId="S::shrihari@easyrewardz.com::3bfe6e1a-c86c-457c-aed9-cd6b43819b05" providerId="AD" clId="Web-{3B239375-9783-94C4-4CFA-E5778428B55C}" dt="2024-12-05T06:09:34.124" v="4" actId="20577"/>
      <pc:docMkLst>
        <pc:docMk/>
      </pc:docMkLst>
      <pc:sldChg chg="modSp">
        <pc:chgData name="Shrihari Lande" userId="S::shrihari@easyrewardz.com::3bfe6e1a-c86c-457c-aed9-cd6b43819b05" providerId="AD" clId="Web-{3B239375-9783-94C4-4CFA-E5778428B55C}" dt="2024-12-05T06:09:03.592" v="1" actId="20577"/>
        <pc:sldMkLst>
          <pc:docMk/>
          <pc:sldMk cId="3974213676" sldId="2821"/>
        </pc:sldMkLst>
        <pc:spChg chg="mod">
          <ac:chgData name="Shrihari Lande" userId="S::shrihari@easyrewardz.com::3bfe6e1a-c86c-457c-aed9-cd6b43819b05" providerId="AD" clId="Web-{3B239375-9783-94C4-4CFA-E5778428B55C}" dt="2024-12-05T06:09:03.592" v="1" actId="20577"/>
          <ac:spMkLst>
            <pc:docMk/>
            <pc:sldMk cId="3974213676" sldId="2821"/>
            <ac:spMk id="5" creationId="{F82C9B61-DF1B-35E5-031B-20D420925392}"/>
          </ac:spMkLst>
        </pc:spChg>
      </pc:sldChg>
      <pc:sldChg chg="modSp">
        <pc:chgData name="Shrihari Lande" userId="S::shrihari@easyrewardz.com::3bfe6e1a-c86c-457c-aed9-cd6b43819b05" providerId="AD" clId="Web-{3B239375-9783-94C4-4CFA-E5778428B55C}" dt="2024-12-05T06:09:34.124" v="4" actId="20577"/>
        <pc:sldMkLst>
          <pc:docMk/>
          <pc:sldMk cId="4052017212" sldId="2823"/>
        </pc:sldMkLst>
        <pc:spChg chg="mod">
          <ac:chgData name="Shrihari Lande" userId="S::shrihari@easyrewardz.com::3bfe6e1a-c86c-457c-aed9-cd6b43819b05" providerId="AD" clId="Web-{3B239375-9783-94C4-4CFA-E5778428B55C}" dt="2024-12-05T06:09:34.124" v="4" actId="20577"/>
          <ac:spMkLst>
            <pc:docMk/>
            <pc:sldMk cId="4052017212" sldId="2823"/>
            <ac:spMk id="5" creationId="{F82C9B61-DF1B-35E5-031B-20D420925392}"/>
          </ac:spMkLst>
        </pc:spChg>
      </pc:sldChg>
    </pc:docChg>
  </pc:docChgLst>
  <pc:docChgLst>
    <pc:chgData name="Shrihari Lande" userId="S::shrihari@easyrewardz.com::3bfe6e1a-c86c-457c-aed9-cd6b43819b05" providerId="AD" clId="Web-{BE948B98-927A-734E-694B-58CFFB201D18}"/>
    <pc:docChg chg="modSld">
      <pc:chgData name="Shrihari Lande" userId="S::shrihari@easyrewardz.com::3bfe6e1a-c86c-457c-aed9-cd6b43819b05" providerId="AD" clId="Web-{BE948B98-927A-734E-694B-58CFFB201D18}" dt="2024-12-13T12:53:31.670" v="25" actId="14100"/>
      <pc:docMkLst>
        <pc:docMk/>
      </pc:docMkLst>
      <pc:sldChg chg="addSp delSp modSp">
        <pc:chgData name="Shrihari Lande" userId="S::shrihari@easyrewardz.com::3bfe6e1a-c86c-457c-aed9-cd6b43819b05" providerId="AD" clId="Web-{BE948B98-927A-734E-694B-58CFFB201D18}" dt="2024-12-13T12:52:49.200" v="22" actId="14100"/>
        <pc:sldMkLst>
          <pc:docMk/>
          <pc:sldMk cId="1801763539" sldId="2709"/>
        </pc:sldMkLst>
        <pc:spChg chg="add del">
          <ac:chgData name="Shrihari Lande" userId="S::shrihari@easyrewardz.com::3bfe6e1a-c86c-457c-aed9-cd6b43819b05" providerId="AD" clId="Web-{BE948B98-927A-734E-694B-58CFFB201D18}" dt="2024-12-13T12:52:12.590" v="19"/>
          <ac:spMkLst>
            <pc:docMk/>
            <pc:sldMk cId="1801763539" sldId="2709"/>
            <ac:spMk id="2" creationId="{C26FC650-4468-0027-9AA3-C1599A2402F6}"/>
          </ac:spMkLst>
        </pc:spChg>
        <pc:spChg chg="add mod">
          <ac:chgData name="Shrihari Lande" userId="S::shrihari@easyrewardz.com::3bfe6e1a-c86c-457c-aed9-cd6b43819b05" providerId="AD" clId="Web-{BE948B98-927A-734E-694B-58CFFB201D18}" dt="2024-12-13T12:52:49.200" v="22" actId="14100"/>
          <ac:spMkLst>
            <pc:docMk/>
            <pc:sldMk cId="1801763539" sldId="2709"/>
            <ac:spMk id="6" creationId="{64E09058-4747-055A-CBA9-EBD8E3E51974}"/>
          </ac:spMkLst>
        </pc:spChg>
      </pc:sldChg>
      <pc:sldChg chg="modSp">
        <pc:chgData name="Shrihari Lande" userId="S::shrihari@easyrewardz.com::3bfe6e1a-c86c-457c-aed9-cd6b43819b05" providerId="AD" clId="Web-{BE948B98-927A-734E-694B-58CFFB201D18}" dt="2024-12-13T12:50:59.229" v="17" actId="20577"/>
        <pc:sldMkLst>
          <pc:docMk/>
          <pc:sldMk cId="1494290639" sldId="2725"/>
        </pc:sldMkLst>
        <pc:spChg chg="mod">
          <ac:chgData name="Shrihari Lande" userId="S::shrihari@easyrewardz.com::3bfe6e1a-c86c-457c-aed9-cd6b43819b05" providerId="AD" clId="Web-{BE948B98-927A-734E-694B-58CFFB201D18}" dt="2024-12-13T12:50:59.229" v="17" actId="20577"/>
          <ac:spMkLst>
            <pc:docMk/>
            <pc:sldMk cId="1494290639" sldId="2725"/>
            <ac:spMk id="4" creationId="{02F5605F-108B-BDB0-3469-B4F7BEC4D10A}"/>
          </ac:spMkLst>
        </pc:spChg>
      </pc:sldChg>
      <pc:sldChg chg="addSp modSp">
        <pc:chgData name="Shrihari Lande" userId="S::shrihari@easyrewardz.com::3bfe6e1a-c86c-457c-aed9-cd6b43819b05" providerId="AD" clId="Web-{BE948B98-927A-734E-694B-58CFFB201D18}" dt="2024-12-13T12:53:31.670" v="25" actId="14100"/>
        <pc:sldMkLst>
          <pc:docMk/>
          <pc:sldMk cId="692167799" sldId="2727"/>
        </pc:sldMkLst>
        <pc:spChg chg="add mod">
          <ac:chgData name="Shrihari Lande" userId="S::shrihari@easyrewardz.com::3bfe6e1a-c86c-457c-aed9-cd6b43819b05" providerId="AD" clId="Web-{BE948B98-927A-734E-694B-58CFFB201D18}" dt="2024-12-13T12:53:31.670" v="25" actId="14100"/>
          <ac:spMkLst>
            <pc:docMk/>
            <pc:sldMk cId="692167799" sldId="2727"/>
            <ac:spMk id="5" creationId="{BAE49602-D38C-B28C-2D0E-1332F1B887CC}"/>
          </ac:spMkLst>
        </pc:spChg>
      </pc:sldChg>
      <pc:sldChg chg="modSp">
        <pc:chgData name="Shrihari Lande" userId="S::shrihari@easyrewardz.com::3bfe6e1a-c86c-457c-aed9-cd6b43819b05" providerId="AD" clId="Web-{BE948B98-927A-734E-694B-58CFFB201D18}" dt="2024-12-13T12:30:35.611" v="9" actId="20577"/>
        <pc:sldMkLst>
          <pc:docMk/>
          <pc:sldMk cId="497433125" sldId="2820"/>
        </pc:sldMkLst>
        <pc:spChg chg="mod">
          <ac:chgData name="Shrihari Lande" userId="S::shrihari@easyrewardz.com::3bfe6e1a-c86c-457c-aed9-cd6b43819b05" providerId="AD" clId="Web-{BE948B98-927A-734E-694B-58CFFB201D18}" dt="2024-12-13T12:30:35.611" v="9" actId="20577"/>
          <ac:spMkLst>
            <pc:docMk/>
            <pc:sldMk cId="497433125" sldId="2820"/>
            <ac:spMk id="5" creationId="{71439854-0552-01BB-3749-AB5CCF556612}"/>
          </ac:spMkLst>
        </pc:spChg>
      </pc:sldChg>
    </pc:docChg>
  </pc:docChgLst>
  <pc:docChgLst>
    <pc:chgData name="Shrihari Lande" userId="S::shrihari@easyrewardz.com::3bfe6e1a-c86c-457c-aed9-cd6b43819b05" providerId="AD" clId="Web-{B0A60C42-0EE7-C376-FAA9-5CD771B1647F}"/>
    <pc:docChg chg="modSld">
      <pc:chgData name="Shrihari Lande" userId="S::shrihari@easyrewardz.com::3bfe6e1a-c86c-457c-aed9-cd6b43819b05" providerId="AD" clId="Web-{B0A60C42-0EE7-C376-FAA9-5CD771B1647F}" dt="2024-11-27T12:20:33.312" v="2" actId="20577"/>
      <pc:docMkLst>
        <pc:docMk/>
      </pc:docMkLst>
      <pc:sldChg chg="modSp">
        <pc:chgData name="Shrihari Lande" userId="S::shrihari@easyrewardz.com::3bfe6e1a-c86c-457c-aed9-cd6b43819b05" providerId="AD" clId="Web-{B0A60C42-0EE7-C376-FAA9-5CD771B1647F}" dt="2024-11-27T12:20:33.312" v="2" actId="20577"/>
        <pc:sldMkLst>
          <pc:docMk/>
          <pc:sldMk cId="2312183897" sldId="2745"/>
        </pc:sldMkLst>
        <pc:spChg chg="mod">
          <ac:chgData name="Shrihari Lande" userId="S::shrihari@easyrewardz.com::3bfe6e1a-c86c-457c-aed9-cd6b43819b05" providerId="AD" clId="Web-{B0A60C42-0EE7-C376-FAA9-5CD771B1647F}" dt="2024-11-27T12:20:33.312" v="2" actId="20577"/>
          <ac:spMkLst>
            <pc:docMk/>
            <pc:sldMk cId="2312183897" sldId="2745"/>
            <ac:spMk id="5" creationId="{9D190367-8EAA-DE42-01BF-2013C706258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CEA410-806D-4FAF-83A4-29BBA0087173}" type="doc">
      <dgm:prSet loTypeId="urn:microsoft.com/office/officeart/2005/8/layout/orgChart1" loCatId="hierarchy" qsTypeId="urn:microsoft.com/office/officeart/2005/8/quickstyle/3d1" qsCatId="3D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41E8DF44-E6CA-4DC7-B318-C15AD18CCACB}">
      <dgm:prSet phldrT="[Text]"/>
      <dgm:spPr/>
      <dgm:t>
        <a:bodyPr/>
        <a:lstStyle/>
        <a:p>
          <a:r>
            <a:rPr lang="en-IN"/>
            <a:t>Total Customers Shopped</a:t>
          </a:r>
        </a:p>
        <a:p>
          <a:r>
            <a:rPr lang="en-IN" b="0" i="0" u="none"/>
            <a:t>48,663    </a:t>
          </a:r>
          <a:endParaRPr lang="en-IN"/>
        </a:p>
      </dgm:t>
    </dgm:pt>
    <dgm:pt modelId="{198900C7-111C-48EF-B3A7-A7203EFB97A2}" type="parTrans" cxnId="{5F73A6E2-1A4D-4B58-A490-3CDB4E7702B9}">
      <dgm:prSet/>
      <dgm:spPr/>
      <dgm:t>
        <a:bodyPr/>
        <a:lstStyle/>
        <a:p>
          <a:endParaRPr lang="en-IN"/>
        </a:p>
      </dgm:t>
    </dgm:pt>
    <dgm:pt modelId="{5A2F0FBD-290B-48DD-9622-4A9BE597D56F}" type="sibTrans" cxnId="{5F73A6E2-1A4D-4B58-A490-3CDB4E7702B9}">
      <dgm:prSet/>
      <dgm:spPr/>
      <dgm:t>
        <a:bodyPr/>
        <a:lstStyle/>
        <a:p>
          <a:endParaRPr lang="en-IN"/>
        </a:p>
      </dgm:t>
    </dgm:pt>
    <dgm:pt modelId="{AF7CCF70-FC3F-40AB-B65F-F174C48EDC0D}">
      <dgm:prSet phldrT="[Text]"/>
      <dgm:spPr/>
      <dgm:t>
        <a:bodyPr/>
        <a:lstStyle/>
        <a:p>
          <a:r>
            <a:rPr lang="en-IN"/>
            <a:t>New Customers</a:t>
          </a:r>
        </a:p>
        <a:p>
          <a:r>
            <a:rPr lang="en-IN" b="0" i="0" u="none"/>
            <a:t>17,027  </a:t>
          </a:r>
          <a:endParaRPr lang="en-IN"/>
        </a:p>
        <a:p>
          <a:r>
            <a:rPr lang="en-IN"/>
            <a:t>(35% of total customers shopped)</a:t>
          </a:r>
        </a:p>
      </dgm:t>
    </dgm:pt>
    <dgm:pt modelId="{E47CDDEB-822F-4BA2-86BE-A503B5C31546}" type="parTrans" cxnId="{C8B02F3C-80F8-4ABB-B536-2925AED420F1}">
      <dgm:prSet/>
      <dgm:spPr/>
      <dgm:t>
        <a:bodyPr/>
        <a:lstStyle/>
        <a:p>
          <a:endParaRPr lang="en-IN"/>
        </a:p>
      </dgm:t>
    </dgm:pt>
    <dgm:pt modelId="{5F375524-A533-4C85-BBB1-C8ACB8A5C681}" type="sibTrans" cxnId="{C8B02F3C-80F8-4ABB-B536-2925AED420F1}">
      <dgm:prSet/>
      <dgm:spPr/>
      <dgm:t>
        <a:bodyPr/>
        <a:lstStyle/>
        <a:p>
          <a:endParaRPr lang="en-IN"/>
        </a:p>
      </dgm:t>
    </dgm:pt>
    <dgm:pt modelId="{8BE0D34F-FA7E-4699-B63A-BC63278FB63B}">
      <dgm:prSet phldrT="[Text]"/>
      <dgm:spPr/>
      <dgm:t>
        <a:bodyPr/>
        <a:lstStyle/>
        <a:p>
          <a:r>
            <a:rPr lang="en-IN"/>
            <a:t>One Timers</a:t>
          </a:r>
        </a:p>
        <a:p>
          <a:r>
            <a:rPr lang="en-IN" b="0" i="0" u="none"/>
            <a:t>16,119      </a:t>
          </a:r>
          <a:endParaRPr lang="en-IN"/>
        </a:p>
        <a:p>
          <a:r>
            <a:rPr lang="en-IN"/>
            <a:t>(95% of new customers)</a:t>
          </a:r>
        </a:p>
      </dgm:t>
    </dgm:pt>
    <dgm:pt modelId="{ADE41B79-1495-48D5-BF60-9342F59E31E5}" type="parTrans" cxnId="{A55A4D8D-8A17-4A60-83D5-AFBE83C600E7}">
      <dgm:prSet/>
      <dgm:spPr/>
      <dgm:t>
        <a:bodyPr/>
        <a:lstStyle/>
        <a:p>
          <a:endParaRPr lang="en-IN"/>
        </a:p>
      </dgm:t>
    </dgm:pt>
    <dgm:pt modelId="{53FD9BB6-5FD6-4FAC-AE3C-1F153E7CC997}" type="sibTrans" cxnId="{A55A4D8D-8A17-4A60-83D5-AFBE83C600E7}">
      <dgm:prSet/>
      <dgm:spPr/>
      <dgm:t>
        <a:bodyPr/>
        <a:lstStyle/>
        <a:p>
          <a:endParaRPr lang="en-IN"/>
        </a:p>
      </dgm:t>
    </dgm:pt>
    <dgm:pt modelId="{D7160F34-DAAA-4DEE-8875-006FD9004D5B}">
      <dgm:prSet phldrT="[Text]"/>
      <dgm:spPr/>
      <dgm:t>
        <a:bodyPr/>
        <a:lstStyle/>
        <a:p>
          <a:r>
            <a:rPr lang="en-IN"/>
            <a:t>More Than One Timers</a:t>
          </a:r>
        </a:p>
        <a:p>
          <a:r>
            <a:rPr lang="en-IN" b="0" i="0" u="none"/>
            <a:t>908   </a:t>
          </a:r>
          <a:endParaRPr lang="en-IN"/>
        </a:p>
        <a:p>
          <a:r>
            <a:rPr lang="en-IN"/>
            <a:t>(5% of new customers)</a:t>
          </a:r>
        </a:p>
      </dgm:t>
    </dgm:pt>
    <dgm:pt modelId="{53BC2A32-8E3B-4645-AE14-A5E588D77BCC}" type="parTrans" cxnId="{BD55C65A-AB3C-4715-970B-F56575238678}">
      <dgm:prSet/>
      <dgm:spPr/>
      <dgm:t>
        <a:bodyPr/>
        <a:lstStyle/>
        <a:p>
          <a:endParaRPr lang="en-IN"/>
        </a:p>
      </dgm:t>
    </dgm:pt>
    <dgm:pt modelId="{BF8A84C7-D639-4290-959A-67167C877812}" type="sibTrans" cxnId="{BD55C65A-AB3C-4715-970B-F56575238678}">
      <dgm:prSet/>
      <dgm:spPr/>
      <dgm:t>
        <a:bodyPr/>
        <a:lstStyle/>
        <a:p>
          <a:endParaRPr lang="en-IN"/>
        </a:p>
      </dgm:t>
    </dgm:pt>
    <dgm:pt modelId="{9BCCBB8F-BE88-43E9-A9F5-242834DDE2CE}">
      <dgm:prSet phldrT="[Text]"/>
      <dgm:spPr/>
      <dgm:t>
        <a:bodyPr/>
        <a:lstStyle/>
        <a:p>
          <a:r>
            <a:rPr lang="en-IN"/>
            <a:t>Repeaters</a:t>
          </a:r>
        </a:p>
        <a:p>
          <a:r>
            <a:rPr lang="en-IN" b="0" i="0" u="none"/>
            <a:t>31,636    </a:t>
          </a:r>
          <a:endParaRPr lang="en-IN"/>
        </a:p>
        <a:p>
          <a:r>
            <a:rPr lang="en-IN"/>
            <a:t>(65% of total customers shopped)</a:t>
          </a:r>
        </a:p>
      </dgm:t>
    </dgm:pt>
    <dgm:pt modelId="{77347DCE-E8CB-4D6A-877A-37B9E9982A08}" type="parTrans" cxnId="{3CEE050D-4985-4DE6-9613-9C6D0420172C}">
      <dgm:prSet/>
      <dgm:spPr/>
      <dgm:t>
        <a:bodyPr/>
        <a:lstStyle/>
        <a:p>
          <a:endParaRPr lang="en-IN"/>
        </a:p>
      </dgm:t>
    </dgm:pt>
    <dgm:pt modelId="{E8E6C88D-FFBF-46DB-87BC-4D17A4A00AC9}" type="sibTrans" cxnId="{3CEE050D-4985-4DE6-9613-9C6D0420172C}">
      <dgm:prSet/>
      <dgm:spPr/>
      <dgm:t>
        <a:bodyPr/>
        <a:lstStyle/>
        <a:p>
          <a:endParaRPr lang="en-IN"/>
        </a:p>
      </dgm:t>
    </dgm:pt>
    <dgm:pt modelId="{013E3771-3CCC-44E5-A890-2763E1FEB016}">
      <dgm:prSet phldrT="[Text]"/>
      <dgm:spPr/>
      <dgm:t>
        <a:bodyPr/>
        <a:lstStyle/>
        <a:p>
          <a:r>
            <a:rPr lang="en-IN"/>
            <a:t>Win Back</a:t>
          </a:r>
        </a:p>
        <a:p>
          <a:r>
            <a:rPr lang="en-IN" b="0" i="0" u="none"/>
            <a:t>6,543   </a:t>
          </a:r>
          <a:endParaRPr lang="en-IN"/>
        </a:p>
        <a:p>
          <a:r>
            <a:rPr lang="en-IN"/>
            <a:t>(21% of repeaters)</a:t>
          </a:r>
        </a:p>
      </dgm:t>
    </dgm:pt>
    <dgm:pt modelId="{FE0061EF-9D2F-45F3-B464-1ED28C37CE1B}" type="parTrans" cxnId="{1A778941-E728-4955-9985-821D8B02DC04}">
      <dgm:prSet/>
      <dgm:spPr/>
      <dgm:t>
        <a:bodyPr/>
        <a:lstStyle/>
        <a:p>
          <a:endParaRPr lang="en-IN"/>
        </a:p>
      </dgm:t>
    </dgm:pt>
    <dgm:pt modelId="{1CCE139D-F997-48F8-A2B2-F8C151403CD2}" type="sibTrans" cxnId="{1A778941-E728-4955-9985-821D8B02DC04}">
      <dgm:prSet/>
      <dgm:spPr/>
      <dgm:t>
        <a:bodyPr/>
        <a:lstStyle/>
        <a:p>
          <a:endParaRPr lang="en-IN"/>
        </a:p>
      </dgm:t>
    </dgm:pt>
    <dgm:pt modelId="{895DC8D7-3ED0-49CA-B721-CB2ECEC54C62}">
      <dgm:prSet/>
      <dgm:spPr/>
      <dgm:t>
        <a:bodyPr/>
        <a:lstStyle/>
        <a:p>
          <a:r>
            <a:rPr lang="en-IN"/>
            <a:t>Non Win Back</a:t>
          </a:r>
        </a:p>
        <a:p>
          <a:r>
            <a:rPr lang="en-IN" b="0" i="0" u="none"/>
            <a:t>25,093  </a:t>
          </a:r>
          <a:endParaRPr lang="en-IN"/>
        </a:p>
        <a:p>
          <a:r>
            <a:rPr lang="en-IN"/>
            <a:t>(79% of repeaters)</a:t>
          </a:r>
        </a:p>
      </dgm:t>
    </dgm:pt>
    <dgm:pt modelId="{6D0BEBDB-ED0F-49CA-AA67-996EADC159EF}" type="parTrans" cxnId="{FEDA3F20-7A68-4A81-83B3-7F0A61995F88}">
      <dgm:prSet/>
      <dgm:spPr/>
      <dgm:t>
        <a:bodyPr/>
        <a:lstStyle/>
        <a:p>
          <a:endParaRPr lang="en-IN"/>
        </a:p>
      </dgm:t>
    </dgm:pt>
    <dgm:pt modelId="{4A850CC1-5526-4ECA-8974-16D46BC85D39}" type="sibTrans" cxnId="{FEDA3F20-7A68-4A81-83B3-7F0A61995F88}">
      <dgm:prSet/>
      <dgm:spPr/>
      <dgm:t>
        <a:bodyPr/>
        <a:lstStyle/>
        <a:p>
          <a:endParaRPr lang="en-IN"/>
        </a:p>
      </dgm:t>
    </dgm:pt>
    <dgm:pt modelId="{1C161886-9B6A-4DDE-838F-014BD174DD3A}" type="pres">
      <dgm:prSet presAssocID="{D3CEA410-806D-4FAF-83A4-29BBA008717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648775E-A6F9-47F3-9962-7EA2E5F8BF61}" type="pres">
      <dgm:prSet presAssocID="{41E8DF44-E6CA-4DC7-B318-C15AD18CCACB}" presName="hierRoot1" presStyleCnt="0">
        <dgm:presLayoutVars>
          <dgm:hierBranch val="init"/>
        </dgm:presLayoutVars>
      </dgm:prSet>
      <dgm:spPr/>
    </dgm:pt>
    <dgm:pt modelId="{8A7338C2-F736-4FEE-B3E1-178D5F670FCA}" type="pres">
      <dgm:prSet presAssocID="{41E8DF44-E6CA-4DC7-B318-C15AD18CCACB}" presName="rootComposite1" presStyleCnt="0"/>
      <dgm:spPr/>
    </dgm:pt>
    <dgm:pt modelId="{32FFF549-69F0-48D4-8B74-31DC563035C6}" type="pres">
      <dgm:prSet presAssocID="{41E8DF44-E6CA-4DC7-B318-C15AD18CCACB}" presName="rootText1" presStyleLbl="node0" presStyleIdx="0" presStyleCnt="1">
        <dgm:presLayoutVars>
          <dgm:chPref val="3"/>
        </dgm:presLayoutVars>
      </dgm:prSet>
      <dgm:spPr/>
    </dgm:pt>
    <dgm:pt modelId="{601FAEEB-59A3-4458-86C4-88B8187C3B7D}" type="pres">
      <dgm:prSet presAssocID="{41E8DF44-E6CA-4DC7-B318-C15AD18CCACB}" presName="rootConnector1" presStyleLbl="node1" presStyleIdx="0" presStyleCnt="0"/>
      <dgm:spPr/>
    </dgm:pt>
    <dgm:pt modelId="{38E39589-0FE0-4F91-A9FD-419C2698D417}" type="pres">
      <dgm:prSet presAssocID="{41E8DF44-E6CA-4DC7-B318-C15AD18CCACB}" presName="hierChild2" presStyleCnt="0"/>
      <dgm:spPr/>
    </dgm:pt>
    <dgm:pt modelId="{21A32B88-7809-4EFD-B310-66A69FAA5515}" type="pres">
      <dgm:prSet presAssocID="{E47CDDEB-822F-4BA2-86BE-A503B5C31546}" presName="Name37" presStyleLbl="parChTrans1D2" presStyleIdx="0" presStyleCnt="2"/>
      <dgm:spPr/>
    </dgm:pt>
    <dgm:pt modelId="{8811A579-2C35-40B1-B835-CBF70605657F}" type="pres">
      <dgm:prSet presAssocID="{AF7CCF70-FC3F-40AB-B65F-F174C48EDC0D}" presName="hierRoot2" presStyleCnt="0">
        <dgm:presLayoutVars>
          <dgm:hierBranch val="init"/>
        </dgm:presLayoutVars>
      </dgm:prSet>
      <dgm:spPr/>
    </dgm:pt>
    <dgm:pt modelId="{B8BEBB41-AA7C-4C34-94D1-DF1EEDB2E959}" type="pres">
      <dgm:prSet presAssocID="{AF7CCF70-FC3F-40AB-B65F-F174C48EDC0D}" presName="rootComposite" presStyleCnt="0"/>
      <dgm:spPr/>
    </dgm:pt>
    <dgm:pt modelId="{9D31BE3A-46A7-4138-8E3A-C0D2CAF1D0A1}" type="pres">
      <dgm:prSet presAssocID="{AF7CCF70-FC3F-40AB-B65F-F174C48EDC0D}" presName="rootText" presStyleLbl="node2" presStyleIdx="0" presStyleCnt="2">
        <dgm:presLayoutVars>
          <dgm:chPref val="3"/>
        </dgm:presLayoutVars>
      </dgm:prSet>
      <dgm:spPr/>
    </dgm:pt>
    <dgm:pt modelId="{BABC5FAC-C5BC-4867-AAA0-F5330FCD7EDE}" type="pres">
      <dgm:prSet presAssocID="{AF7CCF70-FC3F-40AB-B65F-F174C48EDC0D}" presName="rootConnector" presStyleLbl="node2" presStyleIdx="0" presStyleCnt="2"/>
      <dgm:spPr/>
    </dgm:pt>
    <dgm:pt modelId="{C92614B6-B204-4E81-B670-D7769D8E0F34}" type="pres">
      <dgm:prSet presAssocID="{AF7CCF70-FC3F-40AB-B65F-F174C48EDC0D}" presName="hierChild4" presStyleCnt="0"/>
      <dgm:spPr/>
    </dgm:pt>
    <dgm:pt modelId="{93635192-2AC9-45AA-9530-20973C4A3C3F}" type="pres">
      <dgm:prSet presAssocID="{ADE41B79-1495-48D5-BF60-9342F59E31E5}" presName="Name37" presStyleLbl="parChTrans1D3" presStyleIdx="0" presStyleCnt="4"/>
      <dgm:spPr/>
    </dgm:pt>
    <dgm:pt modelId="{508ABFFA-B3F0-4E49-A223-43D0E22C4E1E}" type="pres">
      <dgm:prSet presAssocID="{8BE0D34F-FA7E-4699-B63A-BC63278FB63B}" presName="hierRoot2" presStyleCnt="0">
        <dgm:presLayoutVars>
          <dgm:hierBranch val="init"/>
        </dgm:presLayoutVars>
      </dgm:prSet>
      <dgm:spPr/>
    </dgm:pt>
    <dgm:pt modelId="{B2EB053C-2BEF-4C14-AFA4-FD49795612A9}" type="pres">
      <dgm:prSet presAssocID="{8BE0D34F-FA7E-4699-B63A-BC63278FB63B}" presName="rootComposite" presStyleCnt="0"/>
      <dgm:spPr/>
    </dgm:pt>
    <dgm:pt modelId="{A6516A39-DA97-40A4-8828-F64E51D47292}" type="pres">
      <dgm:prSet presAssocID="{8BE0D34F-FA7E-4699-B63A-BC63278FB63B}" presName="rootText" presStyleLbl="node3" presStyleIdx="0" presStyleCnt="4">
        <dgm:presLayoutVars>
          <dgm:chPref val="3"/>
        </dgm:presLayoutVars>
      </dgm:prSet>
      <dgm:spPr/>
    </dgm:pt>
    <dgm:pt modelId="{BABCDF7B-BCB8-47D9-879A-15933FE67BD3}" type="pres">
      <dgm:prSet presAssocID="{8BE0D34F-FA7E-4699-B63A-BC63278FB63B}" presName="rootConnector" presStyleLbl="node3" presStyleIdx="0" presStyleCnt="4"/>
      <dgm:spPr/>
    </dgm:pt>
    <dgm:pt modelId="{DBBAAE51-FFAC-412F-9CE1-A7D05FFE4667}" type="pres">
      <dgm:prSet presAssocID="{8BE0D34F-FA7E-4699-B63A-BC63278FB63B}" presName="hierChild4" presStyleCnt="0"/>
      <dgm:spPr/>
    </dgm:pt>
    <dgm:pt modelId="{E5876328-C741-4ACA-98F7-7F82EEAFC050}" type="pres">
      <dgm:prSet presAssocID="{8BE0D34F-FA7E-4699-B63A-BC63278FB63B}" presName="hierChild5" presStyleCnt="0"/>
      <dgm:spPr/>
    </dgm:pt>
    <dgm:pt modelId="{09B44AAF-EA27-4512-9B56-2237FAA051F2}" type="pres">
      <dgm:prSet presAssocID="{53BC2A32-8E3B-4645-AE14-A5E588D77BCC}" presName="Name37" presStyleLbl="parChTrans1D3" presStyleIdx="1" presStyleCnt="4"/>
      <dgm:spPr/>
    </dgm:pt>
    <dgm:pt modelId="{53A2931F-DBFD-467A-8114-6B00CFA3C8AF}" type="pres">
      <dgm:prSet presAssocID="{D7160F34-DAAA-4DEE-8875-006FD9004D5B}" presName="hierRoot2" presStyleCnt="0">
        <dgm:presLayoutVars>
          <dgm:hierBranch val="init"/>
        </dgm:presLayoutVars>
      </dgm:prSet>
      <dgm:spPr/>
    </dgm:pt>
    <dgm:pt modelId="{5E0EAA67-F563-47D9-81D7-36B84795F39D}" type="pres">
      <dgm:prSet presAssocID="{D7160F34-DAAA-4DEE-8875-006FD9004D5B}" presName="rootComposite" presStyleCnt="0"/>
      <dgm:spPr/>
    </dgm:pt>
    <dgm:pt modelId="{842DC930-BC43-47C7-B613-24ADDF9D79B6}" type="pres">
      <dgm:prSet presAssocID="{D7160F34-DAAA-4DEE-8875-006FD9004D5B}" presName="rootText" presStyleLbl="node3" presStyleIdx="1" presStyleCnt="4">
        <dgm:presLayoutVars>
          <dgm:chPref val="3"/>
        </dgm:presLayoutVars>
      </dgm:prSet>
      <dgm:spPr/>
    </dgm:pt>
    <dgm:pt modelId="{9914382D-8AE8-4C3A-8DE8-A041971FEC15}" type="pres">
      <dgm:prSet presAssocID="{D7160F34-DAAA-4DEE-8875-006FD9004D5B}" presName="rootConnector" presStyleLbl="node3" presStyleIdx="1" presStyleCnt="4"/>
      <dgm:spPr/>
    </dgm:pt>
    <dgm:pt modelId="{A18D7C96-01A0-4B4A-8379-262C671DE247}" type="pres">
      <dgm:prSet presAssocID="{D7160F34-DAAA-4DEE-8875-006FD9004D5B}" presName="hierChild4" presStyleCnt="0"/>
      <dgm:spPr/>
    </dgm:pt>
    <dgm:pt modelId="{ECD3527E-29C6-44FC-9A06-326F86F4E3FB}" type="pres">
      <dgm:prSet presAssocID="{D7160F34-DAAA-4DEE-8875-006FD9004D5B}" presName="hierChild5" presStyleCnt="0"/>
      <dgm:spPr/>
    </dgm:pt>
    <dgm:pt modelId="{48570F0A-F28C-476D-8967-AB20E5952A0A}" type="pres">
      <dgm:prSet presAssocID="{AF7CCF70-FC3F-40AB-B65F-F174C48EDC0D}" presName="hierChild5" presStyleCnt="0"/>
      <dgm:spPr/>
    </dgm:pt>
    <dgm:pt modelId="{F737CA41-DE95-4FBB-9D56-D5A44EE28F0D}" type="pres">
      <dgm:prSet presAssocID="{77347DCE-E8CB-4D6A-877A-37B9E9982A08}" presName="Name37" presStyleLbl="parChTrans1D2" presStyleIdx="1" presStyleCnt="2"/>
      <dgm:spPr/>
    </dgm:pt>
    <dgm:pt modelId="{0FE03E1F-464C-4F17-991B-C64819CBF158}" type="pres">
      <dgm:prSet presAssocID="{9BCCBB8F-BE88-43E9-A9F5-242834DDE2CE}" presName="hierRoot2" presStyleCnt="0">
        <dgm:presLayoutVars>
          <dgm:hierBranch val="init"/>
        </dgm:presLayoutVars>
      </dgm:prSet>
      <dgm:spPr/>
    </dgm:pt>
    <dgm:pt modelId="{3CC90C84-0C91-46FB-8C53-D5C0F60BBE91}" type="pres">
      <dgm:prSet presAssocID="{9BCCBB8F-BE88-43E9-A9F5-242834DDE2CE}" presName="rootComposite" presStyleCnt="0"/>
      <dgm:spPr/>
    </dgm:pt>
    <dgm:pt modelId="{EDCF21F3-1B09-49D0-AD74-58DA8F1BCB34}" type="pres">
      <dgm:prSet presAssocID="{9BCCBB8F-BE88-43E9-A9F5-242834DDE2CE}" presName="rootText" presStyleLbl="node2" presStyleIdx="1" presStyleCnt="2">
        <dgm:presLayoutVars>
          <dgm:chPref val="3"/>
        </dgm:presLayoutVars>
      </dgm:prSet>
      <dgm:spPr/>
    </dgm:pt>
    <dgm:pt modelId="{A5C29C9F-8DDA-42F2-9FB4-A630C0A8CEFE}" type="pres">
      <dgm:prSet presAssocID="{9BCCBB8F-BE88-43E9-A9F5-242834DDE2CE}" presName="rootConnector" presStyleLbl="node2" presStyleIdx="1" presStyleCnt="2"/>
      <dgm:spPr/>
    </dgm:pt>
    <dgm:pt modelId="{23C1DAAA-9FE2-4CDC-8B81-F338EA29E4E9}" type="pres">
      <dgm:prSet presAssocID="{9BCCBB8F-BE88-43E9-A9F5-242834DDE2CE}" presName="hierChild4" presStyleCnt="0"/>
      <dgm:spPr/>
    </dgm:pt>
    <dgm:pt modelId="{DE5D622C-53BD-440F-9A79-FEBC4BBA525A}" type="pres">
      <dgm:prSet presAssocID="{FE0061EF-9D2F-45F3-B464-1ED28C37CE1B}" presName="Name37" presStyleLbl="parChTrans1D3" presStyleIdx="2" presStyleCnt="4"/>
      <dgm:spPr/>
    </dgm:pt>
    <dgm:pt modelId="{C0D26AB8-8B0D-4BC3-A5DE-18BED2B3A765}" type="pres">
      <dgm:prSet presAssocID="{013E3771-3CCC-44E5-A890-2763E1FEB016}" presName="hierRoot2" presStyleCnt="0">
        <dgm:presLayoutVars>
          <dgm:hierBranch val="init"/>
        </dgm:presLayoutVars>
      </dgm:prSet>
      <dgm:spPr/>
    </dgm:pt>
    <dgm:pt modelId="{45B9173A-D567-4BF4-8545-B4A6DADA69A5}" type="pres">
      <dgm:prSet presAssocID="{013E3771-3CCC-44E5-A890-2763E1FEB016}" presName="rootComposite" presStyleCnt="0"/>
      <dgm:spPr/>
    </dgm:pt>
    <dgm:pt modelId="{1F870BFF-DBB1-42FA-B16F-938ACB9E85D1}" type="pres">
      <dgm:prSet presAssocID="{013E3771-3CCC-44E5-A890-2763E1FEB016}" presName="rootText" presStyleLbl="node3" presStyleIdx="2" presStyleCnt="4">
        <dgm:presLayoutVars>
          <dgm:chPref val="3"/>
        </dgm:presLayoutVars>
      </dgm:prSet>
      <dgm:spPr/>
    </dgm:pt>
    <dgm:pt modelId="{350DF655-600E-4C25-A769-8B0CEF05BEDD}" type="pres">
      <dgm:prSet presAssocID="{013E3771-3CCC-44E5-A890-2763E1FEB016}" presName="rootConnector" presStyleLbl="node3" presStyleIdx="2" presStyleCnt="4"/>
      <dgm:spPr/>
    </dgm:pt>
    <dgm:pt modelId="{8831EF2E-1074-4BA8-A22F-5B314308DD4F}" type="pres">
      <dgm:prSet presAssocID="{013E3771-3CCC-44E5-A890-2763E1FEB016}" presName="hierChild4" presStyleCnt="0"/>
      <dgm:spPr/>
    </dgm:pt>
    <dgm:pt modelId="{CCD80298-1F86-4900-9DE9-5323A6DEFEA1}" type="pres">
      <dgm:prSet presAssocID="{013E3771-3CCC-44E5-A890-2763E1FEB016}" presName="hierChild5" presStyleCnt="0"/>
      <dgm:spPr/>
    </dgm:pt>
    <dgm:pt modelId="{4C842C40-E0D2-456B-83A2-B4B2F1777C30}" type="pres">
      <dgm:prSet presAssocID="{6D0BEBDB-ED0F-49CA-AA67-996EADC159EF}" presName="Name37" presStyleLbl="parChTrans1D3" presStyleIdx="3" presStyleCnt="4"/>
      <dgm:spPr/>
    </dgm:pt>
    <dgm:pt modelId="{E626E7B2-D3A6-4D7A-B100-344B5DEDF070}" type="pres">
      <dgm:prSet presAssocID="{895DC8D7-3ED0-49CA-B721-CB2ECEC54C62}" presName="hierRoot2" presStyleCnt="0">
        <dgm:presLayoutVars>
          <dgm:hierBranch val="init"/>
        </dgm:presLayoutVars>
      </dgm:prSet>
      <dgm:spPr/>
    </dgm:pt>
    <dgm:pt modelId="{1D231381-2115-4A69-959B-F7A602ABB51D}" type="pres">
      <dgm:prSet presAssocID="{895DC8D7-3ED0-49CA-B721-CB2ECEC54C62}" presName="rootComposite" presStyleCnt="0"/>
      <dgm:spPr/>
    </dgm:pt>
    <dgm:pt modelId="{C99A8389-F91F-4146-A296-9B75B869D9AB}" type="pres">
      <dgm:prSet presAssocID="{895DC8D7-3ED0-49CA-B721-CB2ECEC54C62}" presName="rootText" presStyleLbl="node3" presStyleIdx="3" presStyleCnt="4">
        <dgm:presLayoutVars>
          <dgm:chPref val="3"/>
        </dgm:presLayoutVars>
      </dgm:prSet>
      <dgm:spPr/>
    </dgm:pt>
    <dgm:pt modelId="{B3823FC7-9182-4099-A4EC-630F52AA0B66}" type="pres">
      <dgm:prSet presAssocID="{895DC8D7-3ED0-49CA-B721-CB2ECEC54C62}" presName="rootConnector" presStyleLbl="node3" presStyleIdx="3" presStyleCnt="4"/>
      <dgm:spPr/>
    </dgm:pt>
    <dgm:pt modelId="{7128142E-6004-4006-87EB-D278F0D4B2ED}" type="pres">
      <dgm:prSet presAssocID="{895DC8D7-3ED0-49CA-B721-CB2ECEC54C62}" presName="hierChild4" presStyleCnt="0"/>
      <dgm:spPr/>
    </dgm:pt>
    <dgm:pt modelId="{7C973D92-37EA-4C8C-8EF0-988D2098C862}" type="pres">
      <dgm:prSet presAssocID="{895DC8D7-3ED0-49CA-B721-CB2ECEC54C62}" presName="hierChild5" presStyleCnt="0"/>
      <dgm:spPr/>
    </dgm:pt>
    <dgm:pt modelId="{ADE2392A-9FBE-43FB-B680-022382654758}" type="pres">
      <dgm:prSet presAssocID="{9BCCBB8F-BE88-43E9-A9F5-242834DDE2CE}" presName="hierChild5" presStyleCnt="0"/>
      <dgm:spPr/>
    </dgm:pt>
    <dgm:pt modelId="{97DF92C9-0CF2-47C9-82F5-6B2CA3CAD7F2}" type="pres">
      <dgm:prSet presAssocID="{41E8DF44-E6CA-4DC7-B318-C15AD18CCACB}" presName="hierChild3" presStyleCnt="0"/>
      <dgm:spPr/>
    </dgm:pt>
  </dgm:ptLst>
  <dgm:cxnLst>
    <dgm:cxn modelId="{3CEE050D-4985-4DE6-9613-9C6D0420172C}" srcId="{41E8DF44-E6CA-4DC7-B318-C15AD18CCACB}" destId="{9BCCBB8F-BE88-43E9-A9F5-242834DDE2CE}" srcOrd="1" destOrd="0" parTransId="{77347DCE-E8CB-4D6A-877A-37B9E9982A08}" sibTransId="{E8E6C88D-FFBF-46DB-87BC-4D17A4A00AC9}"/>
    <dgm:cxn modelId="{BBBE7815-3BF9-4DD0-B3B6-05886F6EB925}" type="presOf" srcId="{895DC8D7-3ED0-49CA-B721-CB2ECEC54C62}" destId="{B3823FC7-9182-4099-A4EC-630F52AA0B66}" srcOrd="1" destOrd="0" presId="urn:microsoft.com/office/officeart/2005/8/layout/orgChart1"/>
    <dgm:cxn modelId="{F30E2818-7D6F-421C-A8D0-5C345BC8EA1F}" type="presOf" srcId="{ADE41B79-1495-48D5-BF60-9342F59E31E5}" destId="{93635192-2AC9-45AA-9530-20973C4A3C3F}" srcOrd="0" destOrd="0" presId="urn:microsoft.com/office/officeart/2005/8/layout/orgChart1"/>
    <dgm:cxn modelId="{7A556D1B-2FCC-455E-90CE-D2FC498EEB25}" type="presOf" srcId="{D7160F34-DAAA-4DEE-8875-006FD9004D5B}" destId="{9914382D-8AE8-4C3A-8DE8-A041971FEC15}" srcOrd="1" destOrd="0" presId="urn:microsoft.com/office/officeart/2005/8/layout/orgChart1"/>
    <dgm:cxn modelId="{FEDA3F20-7A68-4A81-83B3-7F0A61995F88}" srcId="{9BCCBB8F-BE88-43E9-A9F5-242834DDE2CE}" destId="{895DC8D7-3ED0-49CA-B721-CB2ECEC54C62}" srcOrd="1" destOrd="0" parTransId="{6D0BEBDB-ED0F-49CA-AA67-996EADC159EF}" sibTransId="{4A850CC1-5526-4ECA-8974-16D46BC85D39}"/>
    <dgm:cxn modelId="{7B9CA725-AD00-421F-8507-F2F3D9404EB1}" type="presOf" srcId="{8BE0D34F-FA7E-4699-B63A-BC63278FB63B}" destId="{A6516A39-DA97-40A4-8828-F64E51D47292}" srcOrd="0" destOrd="0" presId="urn:microsoft.com/office/officeart/2005/8/layout/orgChart1"/>
    <dgm:cxn modelId="{5EC2A029-F78A-4337-BCB1-C83022604831}" type="presOf" srcId="{895DC8D7-3ED0-49CA-B721-CB2ECEC54C62}" destId="{C99A8389-F91F-4146-A296-9B75B869D9AB}" srcOrd="0" destOrd="0" presId="urn:microsoft.com/office/officeart/2005/8/layout/orgChart1"/>
    <dgm:cxn modelId="{9BFA542E-2ED4-4D96-BDFA-1D4645C9831B}" type="presOf" srcId="{41E8DF44-E6CA-4DC7-B318-C15AD18CCACB}" destId="{32FFF549-69F0-48D4-8B74-31DC563035C6}" srcOrd="0" destOrd="0" presId="urn:microsoft.com/office/officeart/2005/8/layout/orgChart1"/>
    <dgm:cxn modelId="{F5BB6030-2907-4751-9082-2DF49C6B599E}" type="presOf" srcId="{9BCCBB8F-BE88-43E9-A9F5-242834DDE2CE}" destId="{A5C29C9F-8DDA-42F2-9FB4-A630C0A8CEFE}" srcOrd="1" destOrd="0" presId="urn:microsoft.com/office/officeart/2005/8/layout/orgChart1"/>
    <dgm:cxn modelId="{36A00C36-0DED-4F04-B3D3-87D6C1FBC7E6}" type="presOf" srcId="{53BC2A32-8E3B-4645-AE14-A5E588D77BCC}" destId="{09B44AAF-EA27-4512-9B56-2237FAA051F2}" srcOrd="0" destOrd="0" presId="urn:microsoft.com/office/officeart/2005/8/layout/orgChart1"/>
    <dgm:cxn modelId="{C8B02F3C-80F8-4ABB-B536-2925AED420F1}" srcId="{41E8DF44-E6CA-4DC7-B318-C15AD18CCACB}" destId="{AF7CCF70-FC3F-40AB-B65F-F174C48EDC0D}" srcOrd="0" destOrd="0" parTransId="{E47CDDEB-822F-4BA2-86BE-A503B5C31546}" sibTransId="{5F375524-A533-4C85-BBB1-C8ACB8A5C681}"/>
    <dgm:cxn modelId="{1A778941-E728-4955-9985-821D8B02DC04}" srcId="{9BCCBB8F-BE88-43E9-A9F5-242834DDE2CE}" destId="{013E3771-3CCC-44E5-A890-2763E1FEB016}" srcOrd="0" destOrd="0" parTransId="{FE0061EF-9D2F-45F3-B464-1ED28C37CE1B}" sibTransId="{1CCE139D-F997-48F8-A2B2-F8C151403CD2}"/>
    <dgm:cxn modelId="{AE3D6E42-EA60-4DB7-9B27-EC6E38305D0A}" type="presOf" srcId="{D7160F34-DAAA-4DEE-8875-006FD9004D5B}" destId="{842DC930-BC43-47C7-B613-24ADDF9D79B6}" srcOrd="0" destOrd="0" presId="urn:microsoft.com/office/officeart/2005/8/layout/orgChart1"/>
    <dgm:cxn modelId="{D66D1443-E008-4517-8472-85CC041E8392}" type="presOf" srcId="{FE0061EF-9D2F-45F3-B464-1ED28C37CE1B}" destId="{DE5D622C-53BD-440F-9A79-FEBC4BBA525A}" srcOrd="0" destOrd="0" presId="urn:microsoft.com/office/officeart/2005/8/layout/orgChart1"/>
    <dgm:cxn modelId="{D4241370-BC83-4F72-BB0B-BCBC04FC6693}" type="presOf" srcId="{9BCCBB8F-BE88-43E9-A9F5-242834DDE2CE}" destId="{EDCF21F3-1B09-49D0-AD74-58DA8F1BCB34}" srcOrd="0" destOrd="0" presId="urn:microsoft.com/office/officeart/2005/8/layout/orgChart1"/>
    <dgm:cxn modelId="{8B6D4254-F84C-494F-9BE8-FE8A21A5CF73}" type="presOf" srcId="{77347DCE-E8CB-4D6A-877A-37B9E9982A08}" destId="{F737CA41-DE95-4FBB-9D56-D5A44EE28F0D}" srcOrd="0" destOrd="0" presId="urn:microsoft.com/office/officeart/2005/8/layout/orgChart1"/>
    <dgm:cxn modelId="{BD55C65A-AB3C-4715-970B-F56575238678}" srcId="{AF7CCF70-FC3F-40AB-B65F-F174C48EDC0D}" destId="{D7160F34-DAAA-4DEE-8875-006FD9004D5B}" srcOrd="1" destOrd="0" parTransId="{53BC2A32-8E3B-4645-AE14-A5E588D77BCC}" sibTransId="{BF8A84C7-D639-4290-959A-67167C877812}"/>
    <dgm:cxn modelId="{2E6D668D-6755-4980-AF3C-AB462275637A}" type="presOf" srcId="{E47CDDEB-822F-4BA2-86BE-A503B5C31546}" destId="{21A32B88-7809-4EFD-B310-66A69FAA5515}" srcOrd="0" destOrd="0" presId="urn:microsoft.com/office/officeart/2005/8/layout/orgChart1"/>
    <dgm:cxn modelId="{A55A4D8D-8A17-4A60-83D5-AFBE83C600E7}" srcId="{AF7CCF70-FC3F-40AB-B65F-F174C48EDC0D}" destId="{8BE0D34F-FA7E-4699-B63A-BC63278FB63B}" srcOrd="0" destOrd="0" parTransId="{ADE41B79-1495-48D5-BF60-9342F59E31E5}" sibTransId="{53FD9BB6-5FD6-4FAC-AE3C-1F153E7CC997}"/>
    <dgm:cxn modelId="{84067E90-8753-4876-BE6E-5E42D94A827B}" type="presOf" srcId="{8BE0D34F-FA7E-4699-B63A-BC63278FB63B}" destId="{BABCDF7B-BCB8-47D9-879A-15933FE67BD3}" srcOrd="1" destOrd="0" presId="urn:microsoft.com/office/officeart/2005/8/layout/orgChart1"/>
    <dgm:cxn modelId="{CED77192-8B2C-419D-B59B-9A82DFDD201A}" type="presOf" srcId="{AF7CCF70-FC3F-40AB-B65F-F174C48EDC0D}" destId="{BABC5FAC-C5BC-4867-AAA0-F5330FCD7EDE}" srcOrd="1" destOrd="0" presId="urn:microsoft.com/office/officeart/2005/8/layout/orgChart1"/>
    <dgm:cxn modelId="{96CBE9AF-8C08-4FBF-89E8-078032C9C3C5}" type="presOf" srcId="{013E3771-3CCC-44E5-A890-2763E1FEB016}" destId="{1F870BFF-DBB1-42FA-B16F-938ACB9E85D1}" srcOrd="0" destOrd="0" presId="urn:microsoft.com/office/officeart/2005/8/layout/orgChart1"/>
    <dgm:cxn modelId="{AF6F02B2-2D51-45C2-B6C8-F12DF6CB92C1}" type="presOf" srcId="{AF7CCF70-FC3F-40AB-B65F-F174C48EDC0D}" destId="{9D31BE3A-46A7-4138-8E3A-C0D2CAF1D0A1}" srcOrd="0" destOrd="0" presId="urn:microsoft.com/office/officeart/2005/8/layout/orgChart1"/>
    <dgm:cxn modelId="{C8ACF7B8-6E85-463D-96F2-556C0614C18E}" type="presOf" srcId="{013E3771-3CCC-44E5-A890-2763E1FEB016}" destId="{350DF655-600E-4C25-A769-8B0CEF05BEDD}" srcOrd="1" destOrd="0" presId="urn:microsoft.com/office/officeart/2005/8/layout/orgChart1"/>
    <dgm:cxn modelId="{5F73A6E2-1A4D-4B58-A490-3CDB4E7702B9}" srcId="{D3CEA410-806D-4FAF-83A4-29BBA0087173}" destId="{41E8DF44-E6CA-4DC7-B318-C15AD18CCACB}" srcOrd="0" destOrd="0" parTransId="{198900C7-111C-48EF-B3A7-A7203EFB97A2}" sibTransId="{5A2F0FBD-290B-48DD-9622-4A9BE597D56F}"/>
    <dgm:cxn modelId="{E2FED6E7-DC4B-4AA6-8A85-5C17516E1FBA}" type="presOf" srcId="{41E8DF44-E6CA-4DC7-B318-C15AD18CCACB}" destId="{601FAEEB-59A3-4458-86C4-88B8187C3B7D}" srcOrd="1" destOrd="0" presId="urn:microsoft.com/office/officeart/2005/8/layout/orgChart1"/>
    <dgm:cxn modelId="{B6381DEA-11FF-4861-B783-DA7AF495BAD2}" type="presOf" srcId="{6D0BEBDB-ED0F-49CA-AA67-996EADC159EF}" destId="{4C842C40-E0D2-456B-83A2-B4B2F1777C30}" srcOrd="0" destOrd="0" presId="urn:microsoft.com/office/officeart/2005/8/layout/orgChart1"/>
    <dgm:cxn modelId="{60FFF5EC-A138-46B4-9435-71EA6738A169}" type="presOf" srcId="{D3CEA410-806D-4FAF-83A4-29BBA0087173}" destId="{1C161886-9B6A-4DDE-838F-014BD174DD3A}" srcOrd="0" destOrd="0" presId="urn:microsoft.com/office/officeart/2005/8/layout/orgChart1"/>
    <dgm:cxn modelId="{67C7D396-2C1D-4E20-BADD-695036F2C1F2}" type="presParOf" srcId="{1C161886-9B6A-4DDE-838F-014BD174DD3A}" destId="{7648775E-A6F9-47F3-9962-7EA2E5F8BF61}" srcOrd="0" destOrd="0" presId="urn:microsoft.com/office/officeart/2005/8/layout/orgChart1"/>
    <dgm:cxn modelId="{DCD329A5-957D-4B20-AE18-D1BE8A2CAB4D}" type="presParOf" srcId="{7648775E-A6F9-47F3-9962-7EA2E5F8BF61}" destId="{8A7338C2-F736-4FEE-B3E1-178D5F670FCA}" srcOrd="0" destOrd="0" presId="urn:microsoft.com/office/officeart/2005/8/layout/orgChart1"/>
    <dgm:cxn modelId="{119EB33A-9155-487D-9711-F798B66BF18F}" type="presParOf" srcId="{8A7338C2-F736-4FEE-B3E1-178D5F670FCA}" destId="{32FFF549-69F0-48D4-8B74-31DC563035C6}" srcOrd="0" destOrd="0" presId="urn:microsoft.com/office/officeart/2005/8/layout/orgChart1"/>
    <dgm:cxn modelId="{7615D11A-1C2F-4D29-8146-AE57A95ED2FB}" type="presParOf" srcId="{8A7338C2-F736-4FEE-B3E1-178D5F670FCA}" destId="{601FAEEB-59A3-4458-86C4-88B8187C3B7D}" srcOrd="1" destOrd="0" presId="urn:microsoft.com/office/officeart/2005/8/layout/orgChart1"/>
    <dgm:cxn modelId="{8D867936-3E1A-4F89-AA66-41252783E557}" type="presParOf" srcId="{7648775E-A6F9-47F3-9962-7EA2E5F8BF61}" destId="{38E39589-0FE0-4F91-A9FD-419C2698D417}" srcOrd="1" destOrd="0" presId="urn:microsoft.com/office/officeart/2005/8/layout/orgChart1"/>
    <dgm:cxn modelId="{607046DD-6D98-46A4-BDCD-312AA166E223}" type="presParOf" srcId="{38E39589-0FE0-4F91-A9FD-419C2698D417}" destId="{21A32B88-7809-4EFD-B310-66A69FAA5515}" srcOrd="0" destOrd="0" presId="urn:microsoft.com/office/officeart/2005/8/layout/orgChart1"/>
    <dgm:cxn modelId="{145EEF9B-2195-4DD3-847D-5927F111C8CE}" type="presParOf" srcId="{38E39589-0FE0-4F91-A9FD-419C2698D417}" destId="{8811A579-2C35-40B1-B835-CBF70605657F}" srcOrd="1" destOrd="0" presId="urn:microsoft.com/office/officeart/2005/8/layout/orgChart1"/>
    <dgm:cxn modelId="{8C4A23DD-13AB-43BA-A488-A2F2F94EF092}" type="presParOf" srcId="{8811A579-2C35-40B1-B835-CBF70605657F}" destId="{B8BEBB41-AA7C-4C34-94D1-DF1EEDB2E959}" srcOrd="0" destOrd="0" presId="urn:microsoft.com/office/officeart/2005/8/layout/orgChart1"/>
    <dgm:cxn modelId="{D25ED341-8565-443D-B3EF-84AB36E6FA5E}" type="presParOf" srcId="{B8BEBB41-AA7C-4C34-94D1-DF1EEDB2E959}" destId="{9D31BE3A-46A7-4138-8E3A-C0D2CAF1D0A1}" srcOrd="0" destOrd="0" presId="urn:microsoft.com/office/officeart/2005/8/layout/orgChart1"/>
    <dgm:cxn modelId="{D146F8DC-E6A0-4C35-BDED-E52C40438FAC}" type="presParOf" srcId="{B8BEBB41-AA7C-4C34-94D1-DF1EEDB2E959}" destId="{BABC5FAC-C5BC-4867-AAA0-F5330FCD7EDE}" srcOrd="1" destOrd="0" presId="urn:microsoft.com/office/officeart/2005/8/layout/orgChart1"/>
    <dgm:cxn modelId="{76055EBD-2920-4FBD-BA27-F068A2D64E63}" type="presParOf" srcId="{8811A579-2C35-40B1-B835-CBF70605657F}" destId="{C92614B6-B204-4E81-B670-D7769D8E0F34}" srcOrd="1" destOrd="0" presId="urn:microsoft.com/office/officeart/2005/8/layout/orgChart1"/>
    <dgm:cxn modelId="{932CCA1B-96B6-43E4-B2E0-16E0A7F3D07D}" type="presParOf" srcId="{C92614B6-B204-4E81-B670-D7769D8E0F34}" destId="{93635192-2AC9-45AA-9530-20973C4A3C3F}" srcOrd="0" destOrd="0" presId="urn:microsoft.com/office/officeart/2005/8/layout/orgChart1"/>
    <dgm:cxn modelId="{E3A0E919-6DE7-477A-B845-76613DA87DF7}" type="presParOf" srcId="{C92614B6-B204-4E81-B670-D7769D8E0F34}" destId="{508ABFFA-B3F0-4E49-A223-43D0E22C4E1E}" srcOrd="1" destOrd="0" presId="urn:microsoft.com/office/officeart/2005/8/layout/orgChart1"/>
    <dgm:cxn modelId="{E5FD5EC8-3D2E-4366-B237-F14BB8C3DC38}" type="presParOf" srcId="{508ABFFA-B3F0-4E49-A223-43D0E22C4E1E}" destId="{B2EB053C-2BEF-4C14-AFA4-FD49795612A9}" srcOrd="0" destOrd="0" presId="urn:microsoft.com/office/officeart/2005/8/layout/orgChart1"/>
    <dgm:cxn modelId="{3B5AAD1F-6289-4F78-AFA8-98754F8425EC}" type="presParOf" srcId="{B2EB053C-2BEF-4C14-AFA4-FD49795612A9}" destId="{A6516A39-DA97-40A4-8828-F64E51D47292}" srcOrd="0" destOrd="0" presId="urn:microsoft.com/office/officeart/2005/8/layout/orgChart1"/>
    <dgm:cxn modelId="{59276F8C-26F3-4A8B-BD5C-BF837848DDB2}" type="presParOf" srcId="{B2EB053C-2BEF-4C14-AFA4-FD49795612A9}" destId="{BABCDF7B-BCB8-47D9-879A-15933FE67BD3}" srcOrd="1" destOrd="0" presId="urn:microsoft.com/office/officeart/2005/8/layout/orgChart1"/>
    <dgm:cxn modelId="{7F2AD21E-283D-4034-85CF-315164295611}" type="presParOf" srcId="{508ABFFA-B3F0-4E49-A223-43D0E22C4E1E}" destId="{DBBAAE51-FFAC-412F-9CE1-A7D05FFE4667}" srcOrd="1" destOrd="0" presId="urn:microsoft.com/office/officeart/2005/8/layout/orgChart1"/>
    <dgm:cxn modelId="{33ABB50C-ED31-45E4-9D17-7E2CF59FA66D}" type="presParOf" srcId="{508ABFFA-B3F0-4E49-A223-43D0E22C4E1E}" destId="{E5876328-C741-4ACA-98F7-7F82EEAFC050}" srcOrd="2" destOrd="0" presId="urn:microsoft.com/office/officeart/2005/8/layout/orgChart1"/>
    <dgm:cxn modelId="{07754F1D-9C36-4B48-8B78-7F39450BE636}" type="presParOf" srcId="{C92614B6-B204-4E81-B670-D7769D8E0F34}" destId="{09B44AAF-EA27-4512-9B56-2237FAA051F2}" srcOrd="2" destOrd="0" presId="urn:microsoft.com/office/officeart/2005/8/layout/orgChart1"/>
    <dgm:cxn modelId="{38EDDCD5-063B-46FC-A9A9-DACB06B3A60C}" type="presParOf" srcId="{C92614B6-B204-4E81-B670-D7769D8E0F34}" destId="{53A2931F-DBFD-467A-8114-6B00CFA3C8AF}" srcOrd="3" destOrd="0" presId="urn:microsoft.com/office/officeart/2005/8/layout/orgChart1"/>
    <dgm:cxn modelId="{CF366087-8AAB-44A4-BEB4-007111506B51}" type="presParOf" srcId="{53A2931F-DBFD-467A-8114-6B00CFA3C8AF}" destId="{5E0EAA67-F563-47D9-81D7-36B84795F39D}" srcOrd="0" destOrd="0" presId="urn:microsoft.com/office/officeart/2005/8/layout/orgChart1"/>
    <dgm:cxn modelId="{8FDC1739-53F7-4ABD-9DD2-7D35DDBCF624}" type="presParOf" srcId="{5E0EAA67-F563-47D9-81D7-36B84795F39D}" destId="{842DC930-BC43-47C7-B613-24ADDF9D79B6}" srcOrd="0" destOrd="0" presId="urn:microsoft.com/office/officeart/2005/8/layout/orgChart1"/>
    <dgm:cxn modelId="{DE9BD4A6-1508-4FB9-AF1C-5E9FB06C30A1}" type="presParOf" srcId="{5E0EAA67-F563-47D9-81D7-36B84795F39D}" destId="{9914382D-8AE8-4C3A-8DE8-A041971FEC15}" srcOrd="1" destOrd="0" presId="urn:microsoft.com/office/officeart/2005/8/layout/orgChart1"/>
    <dgm:cxn modelId="{F97B5205-25E5-42A6-BCF6-51CA8A334025}" type="presParOf" srcId="{53A2931F-DBFD-467A-8114-6B00CFA3C8AF}" destId="{A18D7C96-01A0-4B4A-8379-262C671DE247}" srcOrd="1" destOrd="0" presId="urn:microsoft.com/office/officeart/2005/8/layout/orgChart1"/>
    <dgm:cxn modelId="{D0E489C0-53A4-4CC7-A0E3-662E4361C179}" type="presParOf" srcId="{53A2931F-DBFD-467A-8114-6B00CFA3C8AF}" destId="{ECD3527E-29C6-44FC-9A06-326F86F4E3FB}" srcOrd="2" destOrd="0" presId="urn:microsoft.com/office/officeart/2005/8/layout/orgChart1"/>
    <dgm:cxn modelId="{227AFDDC-7A37-4894-B0CD-9B24CCAA6F70}" type="presParOf" srcId="{8811A579-2C35-40B1-B835-CBF70605657F}" destId="{48570F0A-F28C-476D-8967-AB20E5952A0A}" srcOrd="2" destOrd="0" presId="urn:microsoft.com/office/officeart/2005/8/layout/orgChart1"/>
    <dgm:cxn modelId="{63F3AF67-6C84-4329-9F21-AA1DD8841965}" type="presParOf" srcId="{38E39589-0FE0-4F91-A9FD-419C2698D417}" destId="{F737CA41-DE95-4FBB-9D56-D5A44EE28F0D}" srcOrd="2" destOrd="0" presId="urn:microsoft.com/office/officeart/2005/8/layout/orgChart1"/>
    <dgm:cxn modelId="{48CD95A4-1727-408B-BA33-B3465277B8A6}" type="presParOf" srcId="{38E39589-0FE0-4F91-A9FD-419C2698D417}" destId="{0FE03E1F-464C-4F17-991B-C64819CBF158}" srcOrd="3" destOrd="0" presId="urn:microsoft.com/office/officeart/2005/8/layout/orgChart1"/>
    <dgm:cxn modelId="{571B087F-8440-483E-8DC3-1F4DAA978B33}" type="presParOf" srcId="{0FE03E1F-464C-4F17-991B-C64819CBF158}" destId="{3CC90C84-0C91-46FB-8C53-D5C0F60BBE91}" srcOrd="0" destOrd="0" presId="urn:microsoft.com/office/officeart/2005/8/layout/orgChart1"/>
    <dgm:cxn modelId="{85A259BC-A69C-496F-A3A9-007A7BEB1571}" type="presParOf" srcId="{3CC90C84-0C91-46FB-8C53-D5C0F60BBE91}" destId="{EDCF21F3-1B09-49D0-AD74-58DA8F1BCB34}" srcOrd="0" destOrd="0" presId="urn:microsoft.com/office/officeart/2005/8/layout/orgChart1"/>
    <dgm:cxn modelId="{FAE52922-D564-44AA-88F1-2F2BF3108AB7}" type="presParOf" srcId="{3CC90C84-0C91-46FB-8C53-D5C0F60BBE91}" destId="{A5C29C9F-8DDA-42F2-9FB4-A630C0A8CEFE}" srcOrd="1" destOrd="0" presId="urn:microsoft.com/office/officeart/2005/8/layout/orgChart1"/>
    <dgm:cxn modelId="{875A5F59-FBC7-45D4-A602-9BB05229295F}" type="presParOf" srcId="{0FE03E1F-464C-4F17-991B-C64819CBF158}" destId="{23C1DAAA-9FE2-4CDC-8B81-F338EA29E4E9}" srcOrd="1" destOrd="0" presId="urn:microsoft.com/office/officeart/2005/8/layout/orgChart1"/>
    <dgm:cxn modelId="{41BD8005-263B-41D3-99AA-14BFDC458E65}" type="presParOf" srcId="{23C1DAAA-9FE2-4CDC-8B81-F338EA29E4E9}" destId="{DE5D622C-53BD-440F-9A79-FEBC4BBA525A}" srcOrd="0" destOrd="0" presId="urn:microsoft.com/office/officeart/2005/8/layout/orgChart1"/>
    <dgm:cxn modelId="{9D104CF6-14AE-4F25-8803-CD6A64C70F1D}" type="presParOf" srcId="{23C1DAAA-9FE2-4CDC-8B81-F338EA29E4E9}" destId="{C0D26AB8-8B0D-4BC3-A5DE-18BED2B3A765}" srcOrd="1" destOrd="0" presId="urn:microsoft.com/office/officeart/2005/8/layout/orgChart1"/>
    <dgm:cxn modelId="{8D73B910-E184-46E1-9057-4D837BC167D1}" type="presParOf" srcId="{C0D26AB8-8B0D-4BC3-A5DE-18BED2B3A765}" destId="{45B9173A-D567-4BF4-8545-B4A6DADA69A5}" srcOrd="0" destOrd="0" presId="urn:microsoft.com/office/officeart/2005/8/layout/orgChart1"/>
    <dgm:cxn modelId="{00869CA0-40AF-4D05-91CD-B4F9F2D41DD3}" type="presParOf" srcId="{45B9173A-D567-4BF4-8545-B4A6DADA69A5}" destId="{1F870BFF-DBB1-42FA-B16F-938ACB9E85D1}" srcOrd="0" destOrd="0" presId="urn:microsoft.com/office/officeart/2005/8/layout/orgChart1"/>
    <dgm:cxn modelId="{FBF877E1-E9A1-4068-BC7A-70502395CEC2}" type="presParOf" srcId="{45B9173A-D567-4BF4-8545-B4A6DADA69A5}" destId="{350DF655-600E-4C25-A769-8B0CEF05BEDD}" srcOrd="1" destOrd="0" presId="urn:microsoft.com/office/officeart/2005/8/layout/orgChart1"/>
    <dgm:cxn modelId="{A492BC0C-D3A9-47CF-BBE8-1F851A97465E}" type="presParOf" srcId="{C0D26AB8-8B0D-4BC3-A5DE-18BED2B3A765}" destId="{8831EF2E-1074-4BA8-A22F-5B314308DD4F}" srcOrd="1" destOrd="0" presId="urn:microsoft.com/office/officeart/2005/8/layout/orgChart1"/>
    <dgm:cxn modelId="{322925C9-FB05-4D3F-8CCA-4C5C1ADDAC84}" type="presParOf" srcId="{C0D26AB8-8B0D-4BC3-A5DE-18BED2B3A765}" destId="{CCD80298-1F86-4900-9DE9-5323A6DEFEA1}" srcOrd="2" destOrd="0" presId="urn:microsoft.com/office/officeart/2005/8/layout/orgChart1"/>
    <dgm:cxn modelId="{79FDD07E-559D-44E9-9018-C1FA458A0F97}" type="presParOf" srcId="{23C1DAAA-9FE2-4CDC-8B81-F338EA29E4E9}" destId="{4C842C40-E0D2-456B-83A2-B4B2F1777C30}" srcOrd="2" destOrd="0" presId="urn:microsoft.com/office/officeart/2005/8/layout/orgChart1"/>
    <dgm:cxn modelId="{C5CEE27C-54BA-459A-9EAC-FEA26823C578}" type="presParOf" srcId="{23C1DAAA-9FE2-4CDC-8B81-F338EA29E4E9}" destId="{E626E7B2-D3A6-4D7A-B100-344B5DEDF070}" srcOrd="3" destOrd="0" presId="urn:microsoft.com/office/officeart/2005/8/layout/orgChart1"/>
    <dgm:cxn modelId="{8A5F63F4-F3CD-4E02-9AE1-A56CE4054CEA}" type="presParOf" srcId="{E626E7B2-D3A6-4D7A-B100-344B5DEDF070}" destId="{1D231381-2115-4A69-959B-F7A602ABB51D}" srcOrd="0" destOrd="0" presId="urn:microsoft.com/office/officeart/2005/8/layout/orgChart1"/>
    <dgm:cxn modelId="{9C60BACE-C0FF-4549-964B-812C27195489}" type="presParOf" srcId="{1D231381-2115-4A69-959B-F7A602ABB51D}" destId="{C99A8389-F91F-4146-A296-9B75B869D9AB}" srcOrd="0" destOrd="0" presId="urn:microsoft.com/office/officeart/2005/8/layout/orgChart1"/>
    <dgm:cxn modelId="{92B4B7CF-498C-4261-AE07-F0D0E2B8A34C}" type="presParOf" srcId="{1D231381-2115-4A69-959B-F7A602ABB51D}" destId="{B3823FC7-9182-4099-A4EC-630F52AA0B66}" srcOrd="1" destOrd="0" presId="urn:microsoft.com/office/officeart/2005/8/layout/orgChart1"/>
    <dgm:cxn modelId="{8540E7FE-62DF-490B-AAB5-807F4FC5A1CC}" type="presParOf" srcId="{E626E7B2-D3A6-4D7A-B100-344B5DEDF070}" destId="{7128142E-6004-4006-87EB-D278F0D4B2ED}" srcOrd="1" destOrd="0" presId="urn:microsoft.com/office/officeart/2005/8/layout/orgChart1"/>
    <dgm:cxn modelId="{ECDA99BC-F4B8-49D9-8829-5D5A813DAD65}" type="presParOf" srcId="{E626E7B2-D3A6-4D7A-B100-344B5DEDF070}" destId="{7C973D92-37EA-4C8C-8EF0-988D2098C862}" srcOrd="2" destOrd="0" presId="urn:microsoft.com/office/officeart/2005/8/layout/orgChart1"/>
    <dgm:cxn modelId="{ECAD658E-87E9-4488-9F07-569537CE7800}" type="presParOf" srcId="{0FE03E1F-464C-4F17-991B-C64819CBF158}" destId="{ADE2392A-9FBE-43FB-B680-022382654758}" srcOrd="2" destOrd="0" presId="urn:microsoft.com/office/officeart/2005/8/layout/orgChart1"/>
    <dgm:cxn modelId="{DB30DA97-02BA-4FF8-B847-720CB5FD386E}" type="presParOf" srcId="{7648775E-A6F9-47F3-9962-7EA2E5F8BF61}" destId="{97DF92C9-0CF2-47C9-82F5-6B2CA3CAD7F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3CEA410-806D-4FAF-83A4-29BBA0087173}" type="doc">
      <dgm:prSet loTypeId="urn:microsoft.com/office/officeart/2005/8/layout/orgChart1" loCatId="hierarchy" qsTypeId="urn:microsoft.com/office/officeart/2005/8/quickstyle/3d1" qsCatId="3D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41E8DF44-E6CA-4DC7-B318-C15AD18CCACB}">
      <dgm:prSet phldrT="[Text]"/>
      <dgm:spPr/>
      <dgm:t>
        <a:bodyPr/>
        <a:lstStyle/>
        <a:p>
          <a:r>
            <a:rPr lang="en-IN"/>
            <a:t>Total Sales</a:t>
          </a:r>
        </a:p>
        <a:p>
          <a:r>
            <a:rPr lang="en-IN"/>
            <a:t>409 Cr</a:t>
          </a:r>
        </a:p>
      </dgm:t>
    </dgm:pt>
    <dgm:pt modelId="{198900C7-111C-48EF-B3A7-A7203EFB97A2}" type="parTrans" cxnId="{5F73A6E2-1A4D-4B58-A490-3CDB4E7702B9}">
      <dgm:prSet/>
      <dgm:spPr/>
      <dgm:t>
        <a:bodyPr/>
        <a:lstStyle/>
        <a:p>
          <a:endParaRPr lang="en-IN"/>
        </a:p>
      </dgm:t>
    </dgm:pt>
    <dgm:pt modelId="{5A2F0FBD-290B-48DD-9622-4A9BE597D56F}" type="sibTrans" cxnId="{5F73A6E2-1A4D-4B58-A490-3CDB4E7702B9}">
      <dgm:prSet/>
      <dgm:spPr/>
      <dgm:t>
        <a:bodyPr/>
        <a:lstStyle/>
        <a:p>
          <a:endParaRPr lang="en-IN"/>
        </a:p>
      </dgm:t>
    </dgm:pt>
    <dgm:pt modelId="{AF7CCF70-FC3F-40AB-B65F-F174C48EDC0D}">
      <dgm:prSet phldrT="[Text]"/>
      <dgm:spPr/>
      <dgm:t>
        <a:bodyPr/>
        <a:lstStyle/>
        <a:p>
          <a:r>
            <a:rPr lang="en-IN"/>
            <a:t>New Customers Sales</a:t>
          </a:r>
        </a:p>
        <a:p>
          <a:r>
            <a:rPr lang="en-IN"/>
            <a:t>129 Cr</a:t>
          </a:r>
        </a:p>
        <a:p>
          <a:r>
            <a:rPr lang="en-IN"/>
            <a:t> ( 32% of total sales )</a:t>
          </a:r>
        </a:p>
      </dgm:t>
    </dgm:pt>
    <dgm:pt modelId="{E47CDDEB-822F-4BA2-86BE-A503B5C31546}" type="parTrans" cxnId="{C8B02F3C-80F8-4ABB-B536-2925AED420F1}">
      <dgm:prSet/>
      <dgm:spPr/>
      <dgm:t>
        <a:bodyPr/>
        <a:lstStyle/>
        <a:p>
          <a:endParaRPr lang="en-IN"/>
        </a:p>
      </dgm:t>
    </dgm:pt>
    <dgm:pt modelId="{5F375524-A533-4C85-BBB1-C8ACB8A5C681}" type="sibTrans" cxnId="{C8B02F3C-80F8-4ABB-B536-2925AED420F1}">
      <dgm:prSet/>
      <dgm:spPr/>
      <dgm:t>
        <a:bodyPr/>
        <a:lstStyle/>
        <a:p>
          <a:endParaRPr lang="en-IN"/>
        </a:p>
      </dgm:t>
    </dgm:pt>
    <dgm:pt modelId="{8BE0D34F-FA7E-4699-B63A-BC63278FB63B}">
      <dgm:prSet phldrT="[Text]"/>
      <dgm:spPr/>
      <dgm:t>
        <a:bodyPr/>
        <a:lstStyle/>
        <a:p>
          <a:r>
            <a:rPr lang="en-IN"/>
            <a:t>One Timers</a:t>
          </a:r>
        </a:p>
        <a:p>
          <a:r>
            <a:rPr lang="en-IN"/>
            <a:t>113 Cr</a:t>
          </a:r>
        </a:p>
        <a:p>
          <a:r>
            <a:rPr lang="en-IN"/>
            <a:t>(87% of new customer sales)</a:t>
          </a:r>
        </a:p>
      </dgm:t>
    </dgm:pt>
    <dgm:pt modelId="{ADE41B79-1495-48D5-BF60-9342F59E31E5}" type="parTrans" cxnId="{A55A4D8D-8A17-4A60-83D5-AFBE83C600E7}">
      <dgm:prSet/>
      <dgm:spPr/>
      <dgm:t>
        <a:bodyPr/>
        <a:lstStyle/>
        <a:p>
          <a:endParaRPr lang="en-IN"/>
        </a:p>
      </dgm:t>
    </dgm:pt>
    <dgm:pt modelId="{53FD9BB6-5FD6-4FAC-AE3C-1F153E7CC997}" type="sibTrans" cxnId="{A55A4D8D-8A17-4A60-83D5-AFBE83C600E7}">
      <dgm:prSet/>
      <dgm:spPr/>
      <dgm:t>
        <a:bodyPr/>
        <a:lstStyle/>
        <a:p>
          <a:endParaRPr lang="en-IN"/>
        </a:p>
      </dgm:t>
    </dgm:pt>
    <dgm:pt modelId="{D7160F34-DAAA-4DEE-8875-006FD9004D5B}">
      <dgm:prSet phldrT="[Text]"/>
      <dgm:spPr/>
      <dgm:t>
        <a:bodyPr/>
        <a:lstStyle/>
        <a:p>
          <a:r>
            <a:rPr lang="en-IN"/>
            <a:t>More Than One Timers</a:t>
          </a:r>
        </a:p>
        <a:p>
          <a:r>
            <a:rPr lang="en-IN"/>
            <a:t>16 Cr</a:t>
          </a:r>
        </a:p>
        <a:p>
          <a:r>
            <a:rPr lang="en-IN"/>
            <a:t>(13% of new customer sales)</a:t>
          </a:r>
        </a:p>
      </dgm:t>
    </dgm:pt>
    <dgm:pt modelId="{53BC2A32-8E3B-4645-AE14-A5E588D77BCC}" type="parTrans" cxnId="{BD55C65A-AB3C-4715-970B-F56575238678}">
      <dgm:prSet/>
      <dgm:spPr/>
      <dgm:t>
        <a:bodyPr/>
        <a:lstStyle/>
        <a:p>
          <a:endParaRPr lang="en-IN"/>
        </a:p>
      </dgm:t>
    </dgm:pt>
    <dgm:pt modelId="{BF8A84C7-D639-4290-959A-67167C877812}" type="sibTrans" cxnId="{BD55C65A-AB3C-4715-970B-F56575238678}">
      <dgm:prSet/>
      <dgm:spPr/>
      <dgm:t>
        <a:bodyPr/>
        <a:lstStyle/>
        <a:p>
          <a:endParaRPr lang="en-IN"/>
        </a:p>
      </dgm:t>
    </dgm:pt>
    <dgm:pt modelId="{9BCCBB8F-BE88-43E9-A9F5-242834DDE2CE}">
      <dgm:prSet phldrT="[Text]"/>
      <dgm:spPr/>
      <dgm:t>
        <a:bodyPr/>
        <a:lstStyle/>
        <a:p>
          <a:r>
            <a:rPr lang="en-IN"/>
            <a:t>Repeaters Sales</a:t>
          </a:r>
        </a:p>
        <a:p>
          <a:r>
            <a:rPr lang="en-IN"/>
            <a:t>280 Cr</a:t>
          </a:r>
        </a:p>
        <a:p>
          <a:r>
            <a:rPr lang="en-IN"/>
            <a:t>( 68% of total sales )</a:t>
          </a:r>
        </a:p>
      </dgm:t>
    </dgm:pt>
    <dgm:pt modelId="{77347DCE-E8CB-4D6A-877A-37B9E9982A08}" type="parTrans" cxnId="{3CEE050D-4985-4DE6-9613-9C6D0420172C}">
      <dgm:prSet/>
      <dgm:spPr/>
      <dgm:t>
        <a:bodyPr/>
        <a:lstStyle/>
        <a:p>
          <a:endParaRPr lang="en-IN"/>
        </a:p>
      </dgm:t>
    </dgm:pt>
    <dgm:pt modelId="{E8E6C88D-FFBF-46DB-87BC-4D17A4A00AC9}" type="sibTrans" cxnId="{3CEE050D-4985-4DE6-9613-9C6D0420172C}">
      <dgm:prSet/>
      <dgm:spPr/>
      <dgm:t>
        <a:bodyPr/>
        <a:lstStyle/>
        <a:p>
          <a:endParaRPr lang="en-IN"/>
        </a:p>
      </dgm:t>
    </dgm:pt>
    <dgm:pt modelId="{013E3771-3CCC-44E5-A890-2763E1FEB016}">
      <dgm:prSet phldrT="[Text]"/>
      <dgm:spPr/>
      <dgm:t>
        <a:bodyPr/>
        <a:lstStyle/>
        <a:p>
          <a:r>
            <a:rPr lang="en-IN"/>
            <a:t>Win Back</a:t>
          </a:r>
        </a:p>
        <a:p>
          <a:r>
            <a:rPr lang="en-IN"/>
            <a:t>45 Cr</a:t>
          </a:r>
        </a:p>
        <a:p>
          <a:r>
            <a:rPr lang="en-IN"/>
            <a:t>(16% of repeat sales)</a:t>
          </a:r>
        </a:p>
      </dgm:t>
    </dgm:pt>
    <dgm:pt modelId="{FE0061EF-9D2F-45F3-B464-1ED28C37CE1B}" type="parTrans" cxnId="{1A778941-E728-4955-9985-821D8B02DC04}">
      <dgm:prSet/>
      <dgm:spPr/>
      <dgm:t>
        <a:bodyPr/>
        <a:lstStyle/>
        <a:p>
          <a:endParaRPr lang="en-IN"/>
        </a:p>
      </dgm:t>
    </dgm:pt>
    <dgm:pt modelId="{1CCE139D-F997-48F8-A2B2-F8C151403CD2}" type="sibTrans" cxnId="{1A778941-E728-4955-9985-821D8B02DC04}">
      <dgm:prSet/>
      <dgm:spPr/>
      <dgm:t>
        <a:bodyPr/>
        <a:lstStyle/>
        <a:p>
          <a:endParaRPr lang="en-IN"/>
        </a:p>
      </dgm:t>
    </dgm:pt>
    <dgm:pt modelId="{895DC8D7-3ED0-49CA-B721-CB2ECEC54C62}">
      <dgm:prSet/>
      <dgm:spPr/>
      <dgm:t>
        <a:bodyPr/>
        <a:lstStyle/>
        <a:p>
          <a:r>
            <a:rPr lang="en-IN"/>
            <a:t>Non Win Back</a:t>
          </a:r>
        </a:p>
        <a:p>
          <a:r>
            <a:rPr lang="en-IN"/>
            <a:t>235 Cr</a:t>
          </a:r>
        </a:p>
        <a:p>
          <a:r>
            <a:rPr lang="en-IN"/>
            <a:t>(84% of repeat sales)</a:t>
          </a:r>
        </a:p>
      </dgm:t>
    </dgm:pt>
    <dgm:pt modelId="{6D0BEBDB-ED0F-49CA-AA67-996EADC159EF}" type="parTrans" cxnId="{FEDA3F20-7A68-4A81-83B3-7F0A61995F88}">
      <dgm:prSet/>
      <dgm:spPr/>
      <dgm:t>
        <a:bodyPr/>
        <a:lstStyle/>
        <a:p>
          <a:endParaRPr lang="en-IN"/>
        </a:p>
      </dgm:t>
    </dgm:pt>
    <dgm:pt modelId="{4A850CC1-5526-4ECA-8974-16D46BC85D39}" type="sibTrans" cxnId="{FEDA3F20-7A68-4A81-83B3-7F0A61995F88}">
      <dgm:prSet/>
      <dgm:spPr/>
      <dgm:t>
        <a:bodyPr/>
        <a:lstStyle/>
        <a:p>
          <a:endParaRPr lang="en-IN"/>
        </a:p>
      </dgm:t>
    </dgm:pt>
    <dgm:pt modelId="{1C161886-9B6A-4DDE-838F-014BD174DD3A}" type="pres">
      <dgm:prSet presAssocID="{D3CEA410-806D-4FAF-83A4-29BBA008717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648775E-A6F9-47F3-9962-7EA2E5F8BF61}" type="pres">
      <dgm:prSet presAssocID="{41E8DF44-E6CA-4DC7-B318-C15AD18CCACB}" presName="hierRoot1" presStyleCnt="0">
        <dgm:presLayoutVars>
          <dgm:hierBranch val="init"/>
        </dgm:presLayoutVars>
      </dgm:prSet>
      <dgm:spPr/>
    </dgm:pt>
    <dgm:pt modelId="{8A7338C2-F736-4FEE-B3E1-178D5F670FCA}" type="pres">
      <dgm:prSet presAssocID="{41E8DF44-E6CA-4DC7-B318-C15AD18CCACB}" presName="rootComposite1" presStyleCnt="0"/>
      <dgm:spPr/>
    </dgm:pt>
    <dgm:pt modelId="{32FFF549-69F0-48D4-8B74-31DC563035C6}" type="pres">
      <dgm:prSet presAssocID="{41E8DF44-E6CA-4DC7-B318-C15AD18CCACB}" presName="rootText1" presStyleLbl="node0" presStyleIdx="0" presStyleCnt="1">
        <dgm:presLayoutVars>
          <dgm:chPref val="3"/>
        </dgm:presLayoutVars>
      </dgm:prSet>
      <dgm:spPr/>
    </dgm:pt>
    <dgm:pt modelId="{601FAEEB-59A3-4458-86C4-88B8187C3B7D}" type="pres">
      <dgm:prSet presAssocID="{41E8DF44-E6CA-4DC7-B318-C15AD18CCACB}" presName="rootConnector1" presStyleLbl="node1" presStyleIdx="0" presStyleCnt="0"/>
      <dgm:spPr/>
    </dgm:pt>
    <dgm:pt modelId="{38E39589-0FE0-4F91-A9FD-419C2698D417}" type="pres">
      <dgm:prSet presAssocID="{41E8DF44-E6CA-4DC7-B318-C15AD18CCACB}" presName="hierChild2" presStyleCnt="0"/>
      <dgm:spPr/>
    </dgm:pt>
    <dgm:pt modelId="{21A32B88-7809-4EFD-B310-66A69FAA5515}" type="pres">
      <dgm:prSet presAssocID="{E47CDDEB-822F-4BA2-86BE-A503B5C31546}" presName="Name37" presStyleLbl="parChTrans1D2" presStyleIdx="0" presStyleCnt="2"/>
      <dgm:spPr/>
    </dgm:pt>
    <dgm:pt modelId="{8811A579-2C35-40B1-B835-CBF70605657F}" type="pres">
      <dgm:prSet presAssocID="{AF7CCF70-FC3F-40AB-B65F-F174C48EDC0D}" presName="hierRoot2" presStyleCnt="0">
        <dgm:presLayoutVars>
          <dgm:hierBranch val="init"/>
        </dgm:presLayoutVars>
      </dgm:prSet>
      <dgm:spPr/>
    </dgm:pt>
    <dgm:pt modelId="{B8BEBB41-AA7C-4C34-94D1-DF1EEDB2E959}" type="pres">
      <dgm:prSet presAssocID="{AF7CCF70-FC3F-40AB-B65F-F174C48EDC0D}" presName="rootComposite" presStyleCnt="0"/>
      <dgm:spPr/>
    </dgm:pt>
    <dgm:pt modelId="{9D31BE3A-46A7-4138-8E3A-C0D2CAF1D0A1}" type="pres">
      <dgm:prSet presAssocID="{AF7CCF70-FC3F-40AB-B65F-F174C48EDC0D}" presName="rootText" presStyleLbl="node2" presStyleIdx="0" presStyleCnt="2">
        <dgm:presLayoutVars>
          <dgm:chPref val="3"/>
        </dgm:presLayoutVars>
      </dgm:prSet>
      <dgm:spPr/>
    </dgm:pt>
    <dgm:pt modelId="{BABC5FAC-C5BC-4867-AAA0-F5330FCD7EDE}" type="pres">
      <dgm:prSet presAssocID="{AF7CCF70-FC3F-40AB-B65F-F174C48EDC0D}" presName="rootConnector" presStyleLbl="node2" presStyleIdx="0" presStyleCnt="2"/>
      <dgm:spPr/>
    </dgm:pt>
    <dgm:pt modelId="{C92614B6-B204-4E81-B670-D7769D8E0F34}" type="pres">
      <dgm:prSet presAssocID="{AF7CCF70-FC3F-40AB-B65F-F174C48EDC0D}" presName="hierChild4" presStyleCnt="0"/>
      <dgm:spPr/>
    </dgm:pt>
    <dgm:pt modelId="{93635192-2AC9-45AA-9530-20973C4A3C3F}" type="pres">
      <dgm:prSet presAssocID="{ADE41B79-1495-48D5-BF60-9342F59E31E5}" presName="Name37" presStyleLbl="parChTrans1D3" presStyleIdx="0" presStyleCnt="4"/>
      <dgm:spPr/>
    </dgm:pt>
    <dgm:pt modelId="{508ABFFA-B3F0-4E49-A223-43D0E22C4E1E}" type="pres">
      <dgm:prSet presAssocID="{8BE0D34F-FA7E-4699-B63A-BC63278FB63B}" presName="hierRoot2" presStyleCnt="0">
        <dgm:presLayoutVars>
          <dgm:hierBranch val="init"/>
        </dgm:presLayoutVars>
      </dgm:prSet>
      <dgm:spPr/>
    </dgm:pt>
    <dgm:pt modelId="{B2EB053C-2BEF-4C14-AFA4-FD49795612A9}" type="pres">
      <dgm:prSet presAssocID="{8BE0D34F-FA7E-4699-B63A-BC63278FB63B}" presName="rootComposite" presStyleCnt="0"/>
      <dgm:spPr/>
    </dgm:pt>
    <dgm:pt modelId="{A6516A39-DA97-40A4-8828-F64E51D47292}" type="pres">
      <dgm:prSet presAssocID="{8BE0D34F-FA7E-4699-B63A-BC63278FB63B}" presName="rootText" presStyleLbl="node3" presStyleIdx="0" presStyleCnt="4">
        <dgm:presLayoutVars>
          <dgm:chPref val="3"/>
        </dgm:presLayoutVars>
      </dgm:prSet>
      <dgm:spPr/>
    </dgm:pt>
    <dgm:pt modelId="{BABCDF7B-BCB8-47D9-879A-15933FE67BD3}" type="pres">
      <dgm:prSet presAssocID="{8BE0D34F-FA7E-4699-B63A-BC63278FB63B}" presName="rootConnector" presStyleLbl="node3" presStyleIdx="0" presStyleCnt="4"/>
      <dgm:spPr/>
    </dgm:pt>
    <dgm:pt modelId="{DBBAAE51-FFAC-412F-9CE1-A7D05FFE4667}" type="pres">
      <dgm:prSet presAssocID="{8BE0D34F-FA7E-4699-B63A-BC63278FB63B}" presName="hierChild4" presStyleCnt="0"/>
      <dgm:spPr/>
    </dgm:pt>
    <dgm:pt modelId="{E5876328-C741-4ACA-98F7-7F82EEAFC050}" type="pres">
      <dgm:prSet presAssocID="{8BE0D34F-FA7E-4699-B63A-BC63278FB63B}" presName="hierChild5" presStyleCnt="0"/>
      <dgm:spPr/>
    </dgm:pt>
    <dgm:pt modelId="{09B44AAF-EA27-4512-9B56-2237FAA051F2}" type="pres">
      <dgm:prSet presAssocID="{53BC2A32-8E3B-4645-AE14-A5E588D77BCC}" presName="Name37" presStyleLbl="parChTrans1D3" presStyleIdx="1" presStyleCnt="4"/>
      <dgm:spPr/>
    </dgm:pt>
    <dgm:pt modelId="{53A2931F-DBFD-467A-8114-6B00CFA3C8AF}" type="pres">
      <dgm:prSet presAssocID="{D7160F34-DAAA-4DEE-8875-006FD9004D5B}" presName="hierRoot2" presStyleCnt="0">
        <dgm:presLayoutVars>
          <dgm:hierBranch val="init"/>
        </dgm:presLayoutVars>
      </dgm:prSet>
      <dgm:spPr/>
    </dgm:pt>
    <dgm:pt modelId="{5E0EAA67-F563-47D9-81D7-36B84795F39D}" type="pres">
      <dgm:prSet presAssocID="{D7160F34-DAAA-4DEE-8875-006FD9004D5B}" presName="rootComposite" presStyleCnt="0"/>
      <dgm:spPr/>
    </dgm:pt>
    <dgm:pt modelId="{842DC930-BC43-47C7-B613-24ADDF9D79B6}" type="pres">
      <dgm:prSet presAssocID="{D7160F34-DAAA-4DEE-8875-006FD9004D5B}" presName="rootText" presStyleLbl="node3" presStyleIdx="1" presStyleCnt="4">
        <dgm:presLayoutVars>
          <dgm:chPref val="3"/>
        </dgm:presLayoutVars>
      </dgm:prSet>
      <dgm:spPr/>
    </dgm:pt>
    <dgm:pt modelId="{9914382D-8AE8-4C3A-8DE8-A041971FEC15}" type="pres">
      <dgm:prSet presAssocID="{D7160F34-DAAA-4DEE-8875-006FD9004D5B}" presName="rootConnector" presStyleLbl="node3" presStyleIdx="1" presStyleCnt="4"/>
      <dgm:spPr/>
    </dgm:pt>
    <dgm:pt modelId="{A18D7C96-01A0-4B4A-8379-262C671DE247}" type="pres">
      <dgm:prSet presAssocID="{D7160F34-DAAA-4DEE-8875-006FD9004D5B}" presName="hierChild4" presStyleCnt="0"/>
      <dgm:spPr/>
    </dgm:pt>
    <dgm:pt modelId="{ECD3527E-29C6-44FC-9A06-326F86F4E3FB}" type="pres">
      <dgm:prSet presAssocID="{D7160F34-DAAA-4DEE-8875-006FD9004D5B}" presName="hierChild5" presStyleCnt="0"/>
      <dgm:spPr/>
    </dgm:pt>
    <dgm:pt modelId="{48570F0A-F28C-476D-8967-AB20E5952A0A}" type="pres">
      <dgm:prSet presAssocID="{AF7CCF70-FC3F-40AB-B65F-F174C48EDC0D}" presName="hierChild5" presStyleCnt="0"/>
      <dgm:spPr/>
    </dgm:pt>
    <dgm:pt modelId="{F737CA41-DE95-4FBB-9D56-D5A44EE28F0D}" type="pres">
      <dgm:prSet presAssocID="{77347DCE-E8CB-4D6A-877A-37B9E9982A08}" presName="Name37" presStyleLbl="parChTrans1D2" presStyleIdx="1" presStyleCnt="2"/>
      <dgm:spPr/>
    </dgm:pt>
    <dgm:pt modelId="{0FE03E1F-464C-4F17-991B-C64819CBF158}" type="pres">
      <dgm:prSet presAssocID="{9BCCBB8F-BE88-43E9-A9F5-242834DDE2CE}" presName="hierRoot2" presStyleCnt="0">
        <dgm:presLayoutVars>
          <dgm:hierBranch val="init"/>
        </dgm:presLayoutVars>
      </dgm:prSet>
      <dgm:spPr/>
    </dgm:pt>
    <dgm:pt modelId="{3CC90C84-0C91-46FB-8C53-D5C0F60BBE91}" type="pres">
      <dgm:prSet presAssocID="{9BCCBB8F-BE88-43E9-A9F5-242834DDE2CE}" presName="rootComposite" presStyleCnt="0"/>
      <dgm:spPr/>
    </dgm:pt>
    <dgm:pt modelId="{EDCF21F3-1B09-49D0-AD74-58DA8F1BCB34}" type="pres">
      <dgm:prSet presAssocID="{9BCCBB8F-BE88-43E9-A9F5-242834DDE2CE}" presName="rootText" presStyleLbl="node2" presStyleIdx="1" presStyleCnt="2">
        <dgm:presLayoutVars>
          <dgm:chPref val="3"/>
        </dgm:presLayoutVars>
      </dgm:prSet>
      <dgm:spPr/>
    </dgm:pt>
    <dgm:pt modelId="{A5C29C9F-8DDA-42F2-9FB4-A630C0A8CEFE}" type="pres">
      <dgm:prSet presAssocID="{9BCCBB8F-BE88-43E9-A9F5-242834DDE2CE}" presName="rootConnector" presStyleLbl="node2" presStyleIdx="1" presStyleCnt="2"/>
      <dgm:spPr/>
    </dgm:pt>
    <dgm:pt modelId="{23C1DAAA-9FE2-4CDC-8B81-F338EA29E4E9}" type="pres">
      <dgm:prSet presAssocID="{9BCCBB8F-BE88-43E9-A9F5-242834DDE2CE}" presName="hierChild4" presStyleCnt="0"/>
      <dgm:spPr/>
    </dgm:pt>
    <dgm:pt modelId="{DE5D622C-53BD-440F-9A79-FEBC4BBA525A}" type="pres">
      <dgm:prSet presAssocID="{FE0061EF-9D2F-45F3-B464-1ED28C37CE1B}" presName="Name37" presStyleLbl="parChTrans1D3" presStyleIdx="2" presStyleCnt="4"/>
      <dgm:spPr/>
    </dgm:pt>
    <dgm:pt modelId="{C0D26AB8-8B0D-4BC3-A5DE-18BED2B3A765}" type="pres">
      <dgm:prSet presAssocID="{013E3771-3CCC-44E5-A890-2763E1FEB016}" presName="hierRoot2" presStyleCnt="0">
        <dgm:presLayoutVars>
          <dgm:hierBranch val="init"/>
        </dgm:presLayoutVars>
      </dgm:prSet>
      <dgm:spPr/>
    </dgm:pt>
    <dgm:pt modelId="{45B9173A-D567-4BF4-8545-B4A6DADA69A5}" type="pres">
      <dgm:prSet presAssocID="{013E3771-3CCC-44E5-A890-2763E1FEB016}" presName="rootComposite" presStyleCnt="0"/>
      <dgm:spPr/>
    </dgm:pt>
    <dgm:pt modelId="{1F870BFF-DBB1-42FA-B16F-938ACB9E85D1}" type="pres">
      <dgm:prSet presAssocID="{013E3771-3CCC-44E5-A890-2763E1FEB016}" presName="rootText" presStyleLbl="node3" presStyleIdx="2" presStyleCnt="4">
        <dgm:presLayoutVars>
          <dgm:chPref val="3"/>
        </dgm:presLayoutVars>
      </dgm:prSet>
      <dgm:spPr/>
    </dgm:pt>
    <dgm:pt modelId="{350DF655-600E-4C25-A769-8B0CEF05BEDD}" type="pres">
      <dgm:prSet presAssocID="{013E3771-3CCC-44E5-A890-2763E1FEB016}" presName="rootConnector" presStyleLbl="node3" presStyleIdx="2" presStyleCnt="4"/>
      <dgm:spPr/>
    </dgm:pt>
    <dgm:pt modelId="{8831EF2E-1074-4BA8-A22F-5B314308DD4F}" type="pres">
      <dgm:prSet presAssocID="{013E3771-3CCC-44E5-A890-2763E1FEB016}" presName="hierChild4" presStyleCnt="0"/>
      <dgm:spPr/>
    </dgm:pt>
    <dgm:pt modelId="{CCD80298-1F86-4900-9DE9-5323A6DEFEA1}" type="pres">
      <dgm:prSet presAssocID="{013E3771-3CCC-44E5-A890-2763E1FEB016}" presName="hierChild5" presStyleCnt="0"/>
      <dgm:spPr/>
    </dgm:pt>
    <dgm:pt modelId="{4C842C40-E0D2-456B-83A2-B4B2F1777C30}" type="pres">
      <dgm:prSet presAssocID="{6D0BEBDB-ED0F-49CA-AA67-996EADC159EF}" presName="Name37" presStyleLbl="parChTrans1D3" presStyleIdx="3" presStyleCnt="4"/>
      <dgm:spPr/>
    </dgm:pt>
    <dgm:pt modelId="{E626E7B2-D3A6-4D7A-B100-344B5DEDF070}" type="pres">
      <dgm:prSet presAssocID="{895DC8D7-3ED0-49CA-B721-CB2ECEC54C62}" presName="hierRoot2" presStyleCnt="0">
        <dgm:presLayoutVars>
          <dgm:hierBranch val="init"/>
        </dgm:presLayoutVars>
      </dgm:prSet>
      <dgm:spPr/>
    </dgm:pt>
    <dgm:pt modelId="{1D231381-2115-4A69-959B-F7A602ABB51D}" type="pres">
      <dgm:prSet presAssocID="{895DC8D7-3ED0-49CA-B721-CB2ECEC54C62}" presName="rootComposite" presStyleCnt="0"/>
      <dgm:spPr/>
    </dgm:pt>
    <dgm:pt modelId="{C99A8389-F91F-4146-A296-9B75B869D9AB}" type="pres">
      <dgm:prSet presAssocID="{895DC8D7-3ED0-49CA-B721-CB2ECEC54C62}" presName="rootText" presStyleLbl="node3" presStyleIdx="3" presStyleCnt="4">
        <dgm:presLayoutVars>
          <dgm:chPref val="3"/>
        </dgm:presLayoutVars>
      </dgm:prSet>
      <dgm:spPr/>
    </dgm:pt>
    <dgm:pt modelId="{B3823FC7-9182-4099-A4EC-630F52AA0B66}" type="pres">
      <dgm:prSet presAssocID="{895DC8D7-3ED0-49CA-B721-CB2ECEC54C62}" presName="rootConnector" presStyleLbl="node3" presStyleIdx="3" presStyleCnt="4"/>
      <dgm:spPr/>
    </dgm:pt>
    <dgm:pt modelId="{7128142E-6004-4006-87EB-D278F0D4B2ED}" type="pres">
      <dgm:prSet presAssocID="{895DC8D7-3ED0-49CA-B721-CB2ECEC54C62}" presName="hierChild4" presStyleCnt="0"/>
      <dgm:spPr/>
    </dgm:pt>
    <dgm:pt modelId="{7C973D92-37EA-4C8C-8EF0-988D2098C862}" type="pres">
      <dgm:prSet presAssocID="{895DC8D7-3ED0-49CA-B721-CB2ECEC54C62}" presName="hierChild5" presStyleCnt="0"/>
      <dgm:spPr/>
    </dgm:pt>
    <dgm:pt modelId="{ADE2392A-9FBE-43FB-B680-022382654758}" type="pres">
      <dgm:prSet presAssocID="{9BCCBB8F-BE88-43E9-A9F5-242834DDE2CE}" presName="hierChild5" presStyleCnt="0"/>
      <dgm:spPr/>
    </dgm:pt>
    <dgm:pt modelId="{97DF92C9-0CF2-47C9-82F5-6B2CA3CAD7F2}" type="pres">
      <dgm:prSet presAssocID="{41E8DF44-E6CA-4DC7-B318-C15AD18CCACB}" presName="hierChild3" presStyleCnt="0"/>
      <dgm:spPr/>
    </dgm:pt>
  </dgm:ptLst>
  <dgm:cxnLst>
    <dgm:cxn modelId="{3CEE050D-4985-4DE6-9613-9C6D0420172C}" srcId="{41E8DF44-E6CA-4DC7-B318-C15AD18CCACB}" destId="{9BCCBB8F-BE88-43E9-A9F5-242834DDE2CE}" srcOrd="1" destOrd="0" parTransId="{77347DCE-E8CB-4D6A-877A-37B9E9982A08}" sibTransId="{E8E6C88D-FFBF-46DB-87BC-4D17A4A00AC9}"/>
    <dgm:cxn modelId="{BBBE7815-3BF9-4DD0-B3B6-05886F6EB925}" type="presOf" srcId="{895DC8D7-3ED0-49CA-B721-CB2ECEC54C62}" destId="{B3823FC7-9182-4099-A4EC-630F52AA0B66}" srcOrd="1" destOrd="0" presId="urn:microsoft.com/office/officeart/2005/8/layout/orgChart1"/>
    <dgm:cxn modelId="{F30E2818-7D6F-421C-A8D0-5C345BC8EA1F}" type="presOf" srcId="{ADE41B79-1495-48D5-BF60-9342F59E31E5}" destId="{93635192-2AC9-45AA-9530-20973C4A3C3F}" srcOrd="0" destOrd="0" presId="urn:microsoft.com/office/officeart/2005/8/layout/orgChart1"/>
    <dgm:cxn modelId="{7A556D1B-2FCC-455E-90CE-D2FC498EEB25}" type="presOf" srcId="{D7160F34-DAAA-4DEE-8875-006FD9004D5B}" destId="{9914382D-8AE8-4C3A-8DE8-A041971FEC15}" srcOrd="1" destOrd="0" presId="urn:microsoft.com/office/officeart/2005/8/layout/orgChart1"/>
    <dgm:cxn modelId="{FEDA3F20-7A68-4A81-83B3-7F0A61995F88}" srcId="{9BCCBB8F-BE88-43E9-A9F5-242834DDE2CE}" destId="{895DC8D7-3ED0-49CA-B721-CB2ECEC54C62}" srcOrd="1" destOrd="0" parTransId="{6D0BEBDB-ED0F-49CA-AA67-996EADC159EF}" sibTransId="{4A850CC1-5526-4ECA-8974-16D46BC85D39}"/>
    <dgm:cxn modelId="{7B9CA725-AD00-421F-8507-F2F3D9404EB1}" type="presOf" srcId="{8BE0D34F-FA7E-4699-B63A-BC63278FB63B}" destId="{A6516A39-DA97-40A4-8828-F64E51D47292}" srcOrd="0" destOrd="0" presId="urn:microsoft.com/office/officeart/2005/8/layout/orgChart1"/>
    <dgm:cxn modelId="{5EC2A029-F78A-4337-BCB1-C83022604831}" type="presOf" srcId="{895DC8D7-3ED0-49CA-B721-CB2ECEC54C62}" destId="{C99A8389-F91F-4146-A296-9B75B869D9AB}" srcOrd="0" destOrd="0" presId="urn:microsoft.com/office/officeart/2005/8/layout/orgChart1"/>
    <dgm:cxn modelId="{9BFA542E-2ED4-4D96-BDFA-1D4645C9831B}" type="presOf" srcId="{41E8DF44-E6CA-4DC7-B318-C15AD18CCACB}" destId="{32FFF549-69F0-48D4-8B74-31DC563035C6}" srcOrd="0" destOrd="0" presId="urn:microsoft.com/office/officeart/2005/8/layout/orgChart1"/>
    <dgm:cxn modelId="{F5BB6030-2907-4751-9082-2DF49C6B599E}" type="presOf" srcId="{9BCCBB8F-BE88-43E9-A9F5-242834DDE2CE}" destId="{A5C29C9F-8DDA-42F2-9FB4-A630C0A8CEFE}" srcOrd="1" destOrd="0" presId="urn:microsoft.com/office/officeart/2005/8/layout/orgChart1"/>
    <dgm:cxn modelId="{36A00C36-0DED-4F04-B3D3-87D6C1FBC7E6}" type="presOf" srcId="{53BC2A32-8E3B-4645-AE14-A5E588D77BCC}" destId="{09B44AAF-EA27-4512-9B56-2237FAA051F2}" srcOrd="0" destOrd="0" presId="urn:microsoft.com/office/officeart/2005/8/layout/orgChart1"/>
    <dgm:cxn modelId="{C8B02F3C-80F8-4ABB-B536-2925AED420F1}" srcId="{41E8DF44-E6CA-4DC7-B318-C15AD18CCACB}" destId="{AF7CCF70-FC3F-40AB-B65F-F174C48EDC0D}" srcOrd="0" destOrd="0" parTransId="{E47CDDEB-822F-4BA2-86BE-A503B5C31546}" sibTransId="{5F375524-A533-4C85-BBB1-C8ACB8A5C681}"/>
    <dgm:cxn modelId="{1A778941-E728-4955-9985-821D8B02DC04}" srcId="{9BCCBB8F-BE88-43E9-A9F5-242834DDE2CE}" destId="{013E3771-3CCC-44E5-A890-2763E1FEB016}" srcOrd="0" destOrd="0" parTransId="{FE0061EF-9D2F-45F3-B464-1ED28C37CE1B}" sibTransId="{1CCE139D-F997-48F8-A2B2-F8C151403CD2}"/>
    <dgm:cxn modelId="{AE3D6E42-EA60-4DB7-9B27-EC6E38305D0A}" type="presOf" srcId="{D7160F34-DAAA-4DEE-8875-006FD9004D5B}" destId="{842DC930-BC43-47C7-B613-24ADDF9D79B6}" srcOrd="0" destOrd="0" presId="urn:microsoft.com/office/officeart/2005/8/layout/orgChart1"/>
    <dgm:cxn modelId="{D66D1443-E008-4517-8472-85CC041E8392}" type="presOf" srcId="{FE0061EF-9D2F-45F3-B464-1ED28C37CE1B}" destId="{DE5D622C-53BD-440F-9A79-FEBC4BBA525A}" srcOrd="0" destOrd="0" presId="urn:microsoft.com/office/officeart/2005/8/layout/orgChart1"/>
    <dgm:cxn modelId="{D4241370-BC83-4F72-BB0B-BCBC04FC6693}" type="presOf" srcId="{9BCCBB8F-BE88-43E9-A9F5-242834DDE2CE}" destId="{EDCF21F3-1B09-49D0-AD74-58DA8F1BCB34}" srcOrd="0" destOrd="0" presId="urn:microsoft.com/office/officeart/2005/8/layout/orgChart1"/>
    <dgm:cxn modelId="{8B6D4254-F84C-494F-9BE8-FE8A21A5CF73}" type="presOf" srcId="{77347DCE-E8CB-4D6A-877A-37B9E9982A08}" destId="{F737CA41-DE95-4FBB-9D56-D5A44EE28F0D}" srcOrd="0" destOrd="0" presId="urn:microsoft.com/office/officeart/2005/8/layout/orgChart1"/>
    <dgm:cxn modelId="{BD55C65A-AB3C-4715-970B-F56575238678}" srcId="{AF7CCF70-FC3F-40AB-B65F-F174C48EDC0D}" destId="{D7160F34-DAAA-4DEE-8875-006FD9004D5B}" srcOrd="1" destOrd="0" parTransId="{53BC2A32-8E3B-4645-AE14-A5E588D77BCC}" sibTransId="{BF8A84C7-D639-4290-959A-67167C877812}"/>
    <dgm:cxn modelId="{2E6D668D-6755-4980-AF3C-AB462275637A}" type="presOf" srcId="{E47CDDEB-822F-4BA2-86BE-A503B5C31546}" destId="{21A32B88-7809-4EFD-B310-66A69FAA5515}" srcOrd="0" destOrd="0" presId="urn:microsoft.com/office/officeart/2005/8/layout/orgChart1"/>
    <dgm:cxn modelId="{A55A4D8D-8A17-4A60-83D5-AFBE83C600E7}" srcId="{AF7CCF70-FC3F-40AB-B65F-F174C48EDC0D}" destId="{8BE0D34F-FA7E-4699-B63A-BC63278FB63B}" srcOrd="0" destOrd="0" parTransId="{ADE41B79-1495-48D5-BF60-9342F59E31E5}" sibTransId="{53FD9BB6-5FD6-4FAC-AE3C-1F153E7CC997}"/>
    <dgm:cxn modelId="{84067E90-8753-4876-BE6E-5E42D94A827B}" type="presOf" srcId="{8BE0D34F-FA7E-4699-B63A-BC63278FB63B}" destId="{BABCDF7B-BCB8-47D9-879A-15933FE67BD3}" srcOrd="1" destOrd="0" presId="urn:microsoft.com/office/officeart/2005/8/layout/orgChart1"/>
    <dgm:cxn modelId="{CED77192-8B2C-419D-B59B-9A82DFDD201A}" type="presOf" srcId="{AF7CCF70-FC3F-40AB-B65F-F174C48EDC0D}" destId="{BABC5FAC-C5BC-4867-AAA0-F5330FCD7EDE}" srcOrd="1" destOrd="0" presId="urn:microsoft.com/office/officeart/2005/8/layout/orgChart1"/>
    <dgm:cxn modelId="{96CBE9AF-8C08-4FBF-89E8-078032C9C3C5}" type="presOf" srcId="{013E3771-3CCC-44E5-A890-2763E1FEB016}" destId="{1F870BFF-DBB1-42FA-B16F-938ACB9E85D1}" srcOrd="0" destOrd="0" presId="urn:microsoft.com/office/officeart/2005/8/layout/orgChart1"/>
    <dgm:cxn modelId="{AF6F02B2-2D51-45C2-B6C8-F12DF6CB92C1}" type="presOf" srcId="{AF7CCF70-FC3F-40AB-B65F-F174C48EDC0D}" destId="{9D31BE3A-46A7-4138-8E3A-C0D2CAF1D0A1}" srcOrd="0" destOrd="0" presId="urn:microsoft.com/office/officeart/2005/8/layout/orgChart1"/>
    <dgm:cxn modelId="{C8ACF7B8-6E85-463D-96F2-556C0614C18E}" type="presOf" srcId="{013E3771-3CCC-44E5-A890-2763E1FEB016}" destId="{350DF655-600E-4C25-A769-8B0CEF05BEDD}" srcOrd="1" destOrd="0" presId="urn:microsoft.com/office/officeart/2005/8/layout/orgChart1"/>
    <dgm:cxn modelId="{5F73A6E2-1A4D-4B58-A490-3CDB4E7702B9}" srcId="{D3CEA410-806D-4FAF-83A4-29BBA0087173}" destId="{41E8DF44-E6CA-4DC7-B318-C15AD18CCACB}" srcOrd="0" destOrd="0" parTransId="{198900C7-111C-48EF-B3A7-A7203EFB97A2}" sibTransId="{5A2F0FBD-290B-48DD-9622-4A9BE597D56F}"/>
    <dgm:cxn modelId="{E2FED6E7-DC4B-4AA6-8A85-5C17516E1FBA}" type="presOf" srcId="{41E8DF44-E6CA-4DC7-B318-C15AD18CCACB}" destId="{601FAEEB-59A3-4458-86C4-88B8187C3B7D}" srcOrd="1" destOrd="0" presId="urn:microsoft.com/office/officeart/2005/8/layout/orgChart1"/>
    <dgm:cxn modelId="{B6381DEA-11FF-4861-B783-DA7AF495BAD2}" type="presOf" srcId="{6D0BEBDB-ED0F-49CA-AA67-996EADC159EF}" destId="{4C842C40-E0D2-456B-83A2-B4B2F1777C30}" srcOrd="0" destOrd="0" presId="urn:microsoft.com/office/officeart/2005/8/layout/orgChart1"/>
    <dgm:cxn modelId="{60FFF5EC-A138-46B4-9435-71EA6738A169}" type="presOf" srcId="{D3CEA410-806D-4FAF-83A4-29BBA0087173}" destId="{1C161886-9B6A-4DDE-838F-014BD174DD3A}" srcOrd="0" destOrd="0" presId="urn:microsoft.com/office/officeart/2005/8/layout/orgChart1"/>
    <dgm:cxn modelId="{67C7D396-2C1D-4E20-BADD-695036F2C1F2}" type="presParOf" srcId="{1C161886-9B6A-4DDE-838F-014BD174DD3A}" destId="{7648775E-A6F9-47F3-9962-7EA2E5F8BF61}" srcOrd="0" destOrd="0" presId="urn:microsoft.com/office/officeart/2005/8/layout/orgChart1"/>
    <dgm:cxn modelId="{DCD329A5-957D-4B20-AE18-D1BE8A2CAB4D}" type="presParOf" srcId="{7648775E-A6F9-47F3-9962-7EA2E5F8BF61}" destId="{8A7338C2-F736-4FEE-B3E1-178D5F670FCA}" srcOrd="0" destOrd="0" presId="urn:microsoft.com/office/officeart/2005/8/layout/orgChart1"/>
    <dgm:cxn modelId="{119EB33A-9155-487D-9711-F798B66BF18F}" type="presParOf" srcId="{8A7338C2-F736-4FEE-B3E1-178D5F670FCA}" destId="{32FFF549-69F0-48D4-8B74-31DC563035C6}" srcOrd="0" destOrd="0" presId="urn:microsoft.com/office/officeart/2005/8/layout/orgChart1"/>
    <dgm:cxn modelId="{7615D11A-1C2F-4D29-8146-AE57A95ED2FB}" type="presParOf" srcId="{8A7338C2-F736-4FEE-B3E1-178D5F670FCA}" destId="{601FAEEB-59A3-4458-86C4-88B8187C3B7D}" srcOrd="1" destOrd="0" presId="urn:microsoft.com/office/officeart/2005/8/layout/orgChart1"/>
    <dgm:cxn modelId="{8D867936-3E1A-4F89-AA66-41252783E557}" type="presParOf" srcId="{7648775E-A6F9-47F3-9962-7EA2E5F8BF61}" destId="{38E39589-0FE0-4F91-A9FD-419C2698D417}" srcOrd="1" destOrd="0" presId="urn:microsoft.com/office/officeart/2005/8/layout/orgChart1"/>
    <dgm:cxn modelId="{607046DD-6D98-46A4-BDCD-312AA166E223}" type="presParOf" srcId="{38E39589-0FE0-4F91-A9FD-419C2698D417}" destId="{21A32B88-7809-4EFD-B310-66A69FAA5515}" srcOrd="0" destOrd="0" presId="urn:microsoft.com/office/officeart/2005/8/layout/orgChart1"/>
    <dgm:cxn modelId="{145EEF9B-2195-4DD3-847D-5927F111C8CE}" type="presParOf" srcId="{38E39589-0FE0-4F91-A9FD-419C2698D417}" destId="{8811A579-2C35-40B1-B835-CBF70605657F}" srcOrd="1" destOrd="0" presId="urn:microsoft.com/office/officeart/2005/8/layout/orgChart1"/>
    <dgm:cxn modelId="{8C4A23DD-13AB-43BA-A488-A2F2F94EF092}" type="presParOf" srcId="{8811A579-2C35-40B1-B835-CBF70605657F}" destId="{B8BEBB41-AA7C-4C34-94D1-DF1EEDB2E959}" srcOrd="0" destOrd="0" presId="urn:microsoft.com/office/officeart/2005/8/layout/orgChart1"/>
    <dgm:cxn modelId="{D25ED341-8565-443D-B3EF-84AB36E6FA5E}" type="presParOf" srcId="{B8BEBB41-AA7C-4C34-94D1-DF1EEDB2E959}" destId="{9D31BE3A-46A7-4138-8E3A-C0D2CAF1D0A1}" srcOrd="0" destOrd="0" presId="urn:microsoft.com/office/officeart/2005/8/layout/orgChart1"/>
    <dgm:cxn modelId="{D146F8DC-E6A0-4C35-BDED-E52C40438FAC}" type="presParOf" srcId="{B8BEBB41-AA7C-4C34-94D1-DF1EEDB2E959}" destId="{BABC5FAC-C5BC-4867-AAA0-F5330FCD7EDE}" srcOrd="1" destOrd="0" presId="urn:microsoft.com/office/officeart/2005/8/layout/orgChart1"/>
    <dgm:cxn modelId="{76055EBD-2920-4FBD-BA27-F068A2D64E63}" type="presParOf" srcId="{8811A579-2C35-40B1-B835-CBF70605657F}" destId="{C92614B6-B204-4E81-B670-D7769D8E0F34}" srcOrd="1" destOrd="0" presId="urn:microsoft.com/office/officeart/2005/8/layout/orgChart1"/>
    <dgm:cxn modelId="{932CCA1B-96B6-43E4-B2E0-16E0A7F3D07D}" type="presParOf" srcId="{C92614B6-B204-4E81-B670-D7769D8E0F34}" destId="{93635192-2AC9-45AA-9530-20973C4A3C3F}" srcOrd="0" destOrd="0" presId="urn:microsoft.com/office/officeart/2005/8/layout/orgChart1"/>
    <dgm:cxn modelId="{E3A0E919-6DE7-477A-B845-76613DA87DF7}" type="presParOf" srcId="{C92614B6-B204-4E81-B670-D7769D8E0F34}" destId="{508ABFFA-B3F0-4E49-A223-43D0E22C4E1E}" srcOrd="1" destOrd="0" presId="urn:microsoft.com/office/officeart/2005/8/layout/orgChart1"/>
    <dgm:cxn modelId="{E5FD5EC8-3D2E-4366-B237-F14BB8C3DC38}" type="presParOf" srcId="{508ABFFA-B3F0-4E49-A223-43D0E22C4E1E}" destId="{B2EB053C-2BEF-4C14-AFA4-FD49795612A9}" srcOrd="0" destOrd="0" presId="urn:microsoft.com/office/officeart/2005/8/layout/orgChart1"/>
    <dgm:cxn modelId="{3B5AAD1F-6289-4F78-AFA8-98754F8425EC}" type="presParOf" srcId="{B2EB053C-2BEF-4C14-AFA4-FD49795612A9}" destId="{A6516A39-DA97-40A4-8828-F64E51D47292}" srcOrd="0" destOrd="0" presId="urn:microsoft.com/office/officeart/2005/8/layout/orgChart1"/>
    <dgm:cxn modelId="{59276F8C-26F3-4A8B-BD5C-BF837848DDB2}" type="presParOf" srcId="{B2EB053C-2BEF-4C14-AFA4-FD49795612A9}" destId="{BABCDF7B-BCB8-47D9-879A-15933FE67BD3}" srcOrd="1" destOrd="0" presId="urn:microsoft.com/office/officeart/2005/8/layout/orgChart1"/>
    <dgm:cxn modelId="{7F2AD21E-283D-4034-85CF-315164295611}" type="presParOf" srcId="{508ABFFA-B3F0-4E49-A223-43D0E22C4E1E}" destId="{DBBAAE51-FFAC-412F-9CE1-A7D05FFE4667}" srcOrd="1" destOrd="0" presId="urn:microsoft.com/office/officeart/2005/8/layout/orgChart1"/>
    <dgm:cxn modelId="{33ABB50C-ED31-45E4-9D17-7E2CF59FA66D}" type="presParOf" srcId="{508ABFFA-B3F0-4E49-A223-43D0E22C4E1E}" destId="{E5876328-C741-4ACA-98F7-7F82EEAFC050}" srcOrd="2" destOrd="0" presId="urn:microsoft.com/office/officeart/2005/8/layout/orgChart1"/>
    <dgm:cxn modelId="{07754F1D-9C36-4B48-8B78-7F39450BE636}" type="presParOf" srcId="{C92614B6-B204-4E81-B670-D7769D8E0F34}" destId="{09B44AAF-EA27-4512-9B56-2237FAA051F2}" srcOrd="2" destOrd="0" presId="urn:microsoft.com/office/officeart/2005/8/layout/orgChart1"/>
    <dgm:cxn modelId="{38EDDCD5-063B-46FC-A9A9-DACB06B3A60C}" type="presParOf" srcId="{C92614B6-B204-4E81-B670-D7769D8E0F34}" destId="{53A2931F-DBFD-467A-8114-6B00CFA3C8AF}" srcOrd="3" destOrd="0" presId="urn:microsoft.com/office/officeart/2005/8/layout/orgChart1"/>
    <dgm:cxn modelId="{CF366087-8AAB-44A4-BEB4-007111506B51}" type="presParOf" srcId="{53A2931F-DBFD-467A-8114-6B00CFA3C8AF}" destId="{5E0EAA67-F563-47D9-81D7-36B84795F39D}" srcOrd="0" destOrd="0" presId="urn:microsoft.com/office/officeart/2005/8/layout/orgChart1"/>
    <dgm:cxn modelId="{8FDC1739-53F7-4ABD-9DD2-7D35DDBCF624}" type="presParOf" srcId="{5E0EAA67-F563-47D9-81D7-36B84795F39D}" destId="{842DC930-BC43-47C7-B613-24ADDF9D79B6}" srcOrd="0" destOrd="0" presId="urn:microsoft.com/office/officeart/2005/8/layout/orgChart1"/>
    <dgm:cxn modelId="{DE9BD4A6-1508-4FB9-AF1C-5E9FB06C30A1}" type="presParOf" srcId="{5E0EAA67-F563-47D9-81D7-36B84795F39D}" destId="{9914382D-8AE8-4C3A-8DE8-A041971FEC15}" srcOrd="1" destOrd="0" presId="urn:microsoft.com/office/officeart/2005/8/layout/orgChart1"/>
    <dgm:cxn modelId="{F97B5205-25E5-42A6-BCF6-51CA8A334025}" type="presParOf" srcId="{53A2931F-DBFD-467A-8114-6B00CFA3C8AF}" destId="{A18D7C96-01A0-4B4A-8379-262C671DE247}" srcOrd="1" destOrd="0" presId="urn:microsoft.com/office/officeart/2005/8/layout/orgChart1"/>
    <dgm:cxn modelId="{D0E489C0-53A4-4CC7-A0E3-662E4361C179}" type="presParOf" srcId="{53A2931F-DBFD-467A-8114-6B00CFA3C8AF}" destId="{ECD3527E-29C6-44FC-9A06-326F86F4E3FB}" srcOrd="2" destOrd="0" presId="urn:microsoft.com/office/officeart/2005/8/layout/orgChart1"/>
    <dgm:cxn modelId="{227AFDDC-7A37-4894-B0CD-9B24CCAA6F70}" type="presParOf" srcId="{8811A579-2C35-40B1-B835-CBF70605657F}" destId="{48570F0A-F28C-476D-8967-AB20E5952A0A}" srcOrd="2" destOrd="0" presId="urn:microsoft.com/office/officeart/2005/8/layout/orgChart1"/>
    <dgm:cxn modelId="{63F3AF67-6C84-4329-9F21-AA1DD8841965}" type="presParOf" srcId="{38E39589-0FE0-4F91-A9FD-419C2698D417}" destId="{F737CA41-DE95-4FBB-9D56-D5A44EE28F0D}" srcOrd="2" destOrd="0" presId="urn:microsoft.com/office/officeart/2005/8/layout/orgChart1"/>
    <dgm:cxn modelId="{48CD95A4-1727-408B-BA33-B3465277B8A6}" type="presParOf" srcId="{38E39589-0FE0-4F91-A9FD-419C2698D417}" destId="{0FE03E1F-464C-4F17-991B-C64819CBF158}" srcOrd="3" destOrd="0" presId="urn:microsoft.com/office/officeart/2005/8/layout/orgChart1"/>
    <dgm:cxn modelId="{571B087F-8440-483E-8DC3-1F4DAA978B33}" type="presParOf" srcId="{0FE03E1F-464C-4F17-991B-C64819CBF158}" destId="{3CC90C84-0C91-46FB-8C53-D5C0F60BBE91}" srcOrd="0" destOrd="0" presId="urn:microsoft.com/office/officeart/2005/8/layout/orgChart1"/>
    <dgm:cxn modelId="{85A259BC-A69C-496F-A3A9-007A7BEB1571}" type="presParOf" srcId="{3CC90C84-0C91-46FB-8C53-D5C0F60BBE91}" destId="{EDCF21F3-1B09-49D0-AD74-58DA8F1BCB34}" srcOrd="0" destOrd="0" presId="urn:microsoft.com/office/officeart/2005/8/layout/orgChart1"/>
    <dgm:cxn modelId="{FAE52922-D564-44AA-88F1-2F2BF3108AB7}" type="presParOf" srcId="{3CC90C84-0C91-46FB-8C53-D5C0F60BBE91}" destId="{A5C29C9F-8DDA-42F2-9FB4-A630C0A8CEFE}" srcOrd="1" destOrd="0" presId="urn:microsoft.com/office/officeart/2005/8/layout/orgChart1"/>
    <dgm:cxn modelId="{875A5F59-FBC7-45D4-A602-9BB05229295F}" type="presParOf" srcId="{0FE03E1F-464C-4F17-991B-C64819CBF158}" destId="{23C1DAAA-9FE2-4CDC-8B81-F338EA29E4E9}" srcOrd="1" destOrd="0" presId="urn:microsoft.com/office/officeart/2005/8/layout/orgChart1"/>
    <dgm:cxn modelId="{41BD8005-263B-41D3-99AA-14BFDC458E65}" type="presParOf" srcId="{23C1DAAA-9FE2-4CDC-8B81-F338EA29E4E9}" destId="{DE5D622C-53BD-440F-9A79-FEBC4BBA525A}" srcOrd="0" destOrd="0" presId="urn:microsoft.com/office/officeart/2005/8/layout/orgChart1"/>
    <dgm:cxn modelId="{9D104CF6-14AE-4F25-8803-CD6A64C70F1D}" type="presParOf" srcId="{23C1DAAA-9FE2-4CDC-8B81-F338EA29E4E9}" destId="{C0D26AB8-8B0D-4BC3-A5DE-18BED2B3A765}" srcOrd="1" destOrd="0" presId="urn:microsoft.com/office/officeart/2005/8/layout/orgChart1"/>
    <dgm:cxn modelId="{8D73B910-E184-46E1-9057-4D837BC167D1}" type="presParOf" srcId="{C0D26AB8-8B0D-4BC3-A5DE-18BED2B3A765}" destId="{45B9173A-D567-4BF4-8545-B4A6DADA69A5}" srcOrd="0" destOrd="0" presId="urn:microsoft.com/office/officeart/2005/8/layout/orgChart1"/>
    <dgm:cxn modelId="{00869CA0-40AF-4D05-91CD-B4F9F2D41DD3}" type="presParOf" srcId="{45B9173A-D567-4BF4-8545-B4A6DADA69A5}" destId="{1F870BFF-DBB1-42FA-B16F-938ACB9E85D1}" srcOrd="0" destOrd="0" presId="urn:microsoft.com/office/officeart/2005/8/layout/orgChart1"/>
    <dgm:cxn modelId="{FBF877E1-E9A1-4068-BC7A-70502395CEC2}" type="presParOf" srcId="{45B9173A-D567-4BF4-8545-B4A6DADA69A5}" destId="{350DF655-600E-4C25-A769-8B0CEF05BEDD}" srcOrd="1" destOrd="0" presId="urn:microsoft.com/office/officeart/2005/8/layout/orgChart1"/>
    <dgm:cxn modelId="{A492BC0C-D3A9-47CF-BBE8-1F851A97465E}" type="presParOf" srcId="{C0D26AB8-8B0D-4BC3-A5DE-18BED2B3A765}" destId="{8831EF2E-1074-4BA8-A22F-5B314308DD4F}" srcOrd="1" destOrd="0" presId="urn:microsoft.com/office/officeart/2005/8/layout/orgChart1"/>
    <dgm:cxn modelId="{322925C9-FB05-4D3F-8CCA-4C5C1ADDAC84}" type="presParOf" srcId="{C0D26AB8-8B0D-4BC3-A5DE-18BED2B3A765}" destId="{CCD80298-1F86-4900-9DE9-5323A6DEFEA1}" srcOrd="2" destOrd="0" presId="urn:microsoft.com/office/officeart/2005/8/layout/orgChart1"/>
    <dgm:cxn modelId="{79FDD07E-559D-44E9-9018-C1FA458A0F97}" type="presParOf" srcId="{23C1DAAA-9FE2-4CDC-8B81-F338EA29E4E9}" destId="{4C842C40-E0D2-456B-83A2-B4B2F1777C30}" srcOrd="2" destOrd="0" presId="urn:microsoft.com/office/officeart/2005/8/layout/orgChart1"/>
    <dgm:cxn modelId="{C5CEE27C-54BA-459A-9EAC-FEA26823C578}" type="presParOf" srcId="{23C1DAAA-9FE2-4CDC-8B81-F338EA29E4E9}" destId="{E626E7B2-D3A6-4D7A-B100-344B5DEDF070}" srcOrd="3" destOrd="0" presId="urn:microsoft.com/office/officeart/2005/8/layout/orgChart1"/>
    <dgm:cxn modelId="{8A5F63F4-F3CD-4E02-9AE1-A56CE4054CEA}" type="presParOf" srcId="{E626E7B2-D3A6-4D7A-B100-344B5DEDF070}" destId="{1D231381-2115-4A69-959B-F7A602ABB51D}" srcOrd="0" destOrd="0" presId="urn:microsoft.com/office/officeart/2005/8/layout/orgChart1"/>
    <dgm:cxn modelId="{9C60BACE-C0FF-4549-964B-812C27195489}" type="presParOf" srcId="{1D231381-2115-4A69-959B-F7A602ABB51D}" destId="{C99A8389-F91F-4146-A296-9B75B869D9AB}" srcOrd="0" destOrd="0" presId="urn:microsoft.com/office/officeart/2005/8/layout/orgChart1"/>
    <dgm:cxn modelId="{92B4B7CF-498C-4261-AE07-F0D0E2B8A34C}" type="presParOf" srcId="{1D231381-2115-4A69-959B-F7A602ABB51D}" destId="{B3823FC7-9182-4099-A4EC-630F52AA0B66}" srcOrd="1" destOrd="0" presId="urn:microsoft.com/office/officeart/2005/8/layout/orgChart1"/>
    <dgm:cxn modelId="{8540E7FE-62DF-490B-AAB5-807F4FC5A1CC}" type="presParOf" srcId="{E626E7B2-D3A6-4D7A-B100-344B5DEDF070}" destId="{7128142E-6004-4006-87EB-D278F0D4B2ED}" srcOrd="1" destOrd="0" presId="urn:microsoft.com/office/officeart/2005/8/layout/orgChart1"/>
    <dgm:cxn modelId="{ECDA99BC-F4B8-49D9-8829-5D5A813DAD65}" type="presParOf" srcId="{E626E7B2-D3A6-4D7A-B100-344B5DEDF070}" destId="{7C973D92-37EA-4C8C-8EF0-988D2098C862}" srcOrd="2" destOrd="0" presId="urn:microsoft.com/office/officeart/2005/8/layout/orgChart1"/>
    <dgm:cxn modelId="{ECAD658E-87E9-4488-9F07-569537CE7800}" type="presParOf" srcId="{0FE03E1F-464C-4F17-991B-C64819CBF158}" destId="{ADE2392A-9FBE-43FB-B680-022382654758}" srcOrd="2" destOrd="0" presId="urn:microsoft.com/office/officeart/2005/8/layout/orgChart1"/>
    <dgm:cxn modelId="{DB30DA97-02BA-4FF8-B847-720CB5FD386E}" type="presParOf" srcId="{7648775E-A6F9-47F3-9962-7EA2E5F8BF61}" destId="{97DF92C9-0CF2-47C9-82F5-6B2CA3CAD7F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842C40-E0D2-456B-83A2-B4B2F1777C30}">
      <dsp:nvSpPr>
        <dsp:cNvPr id="0" name=""/>
        <dsp:cNvSpPr/>
      </dsp:nvSpPr>
      <dsp:spPr>
        <a:xfrm>
          <a:off x="4228703" y="2493160"/>
          <a:ext cx="308818" cy="24087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08783"/>
              </a:lnTo>
              <a:lnTo>
                <a:pt x="308818" y="2408783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5D622C-53BD-440F-9A79-FEBC4BBA525A}">
      <dsp:nvSpPr>
        <dsp:cNvPr id="0" name=""/>
        <dsp:cNvSpPr/>
      </dsp:nvSpPr>
      <dsp:spPr>
        <a:xfrm>
          <a:off x="4228703" y="2493160"/>
          <a:ext cx="308818" cy="9470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47042"/>
              </a:lnTo>
              <a:lnTo>
                <a:pt x="308818" y="947042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37CA41-DE95-4FBB-9D56-D5A44EE28F0D}">
      <dsp:nvSpPr>
        <dsp:cNvPr id="0" name=""/>
        <dsp:cNvSpPr/>
      </dsp:nvSpPr>
      <dsp:spPr>
        <a:xfrm>
          <a:off x="3806651" y="1031420"/>
          <a:ext cx="1245567" cy="4323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6172"/>
              </a:lnTo>
              <a:lnTo>
                <a:pt x="1245567" y="216172"/>
              </a:lnTo>
              <a:lnTo>
                <a:pt x="1245567" y="432345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B44AAF-EA27-4512-9B56-2237FAA051F2}">
      <dsp:nvSpPr>
        <dsp:cNvPr id="0" name=""/>
        <dsp:cNvSpPr/>
      </dsp:nvSpPr>
      <dsp:spPr>
        <a:xfrm>
          <a:off x="1737568" y="2493160"/>
          <a:ext cx="308818" cy="24087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08783"/>
              </a:lnTo>
              <a:lnTo>
                <a:pt x="308818" y="2408783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635192-2AC9-45AA-9530-20973C4A3C3F}">
      <dsp:nvSpPr>
        <dsp:cNvPr id="0" name=""/>
        <dsp:cNvSpPr/>
      </dsp:nvSpPr>
      <dsp:spPr>
        <a:xfrm>
          <a:off x="1737568" y="2493160"/>
          <a:ext cx="308818" cy="9470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47042"/>
              </a:lnTo>
              <a:lnTo>
                <a:pt x="308818" y="947042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A32B88-7809-4EFD-B310-66A69FAA5515}">
      <dsp:nvSpPr>
        <dsp:cNvPr id="0" name=""/>
        <dsp:cNvSpPr/>
      </dsp:nvSpPr>
      <dsp:spPr>
        <a:xfrm>
          <a:off x="2561083" y="1031420"/>
          <a:ext cx="1245567" cy="432345"/>
        </a:xfrm>
        <a:custGeom>
          <a:avLst/>
          <a:gdLst/>
          <a:ahLst/>
          <a:cxnLst/>
          <a:rect l="0" t="0" r="0" b="0"/>
          <a:pathLst>
            <a:path>
              <a:moveTo>
                <a:pt x="1245567" y="0"/>
              </a:moveTo>
              <a:lnTo>
                <a:pt x="1245567" y="216172"/>
              </a:lnTo>
              <a:lnTo>
                <a:pt x="0" y="216172"/>
              </a:lnTo>
              <a:lnTo>
                <a:pt x="0" y="432345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FFF549-69F0-48D4-8B74-31DC563035C6}">
      <dsp:nvSpPr>
        <dsp:cNvPr id="0" name=""/>
        <dsp:cNvSpPr/>
      </dsp:nvSpPr>
      <dsp:spPr>
        <a:xfrm>
          <a:off x="2777256" y="2025"/>
          <a:ext cx="2058789" cy="102939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Total Customers Shopped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0" i="0" u="none" kern="1200"/>
            <a:t>48,663    </a:t>
          </a:r>
          <a:endParaRPr lang="en-IN" sz="1500" kern="1200"/>
        </a:p>
      </dsp:txBody>
      <dsp:txXfrm>
        <a:off x="2777256" y="2025"/>
        <a:ext cx="2058789" cy="1029394"/>
      </dsp:txXfrm>
    </dsp:sp>
    <dsp:sp modelId="{9D31BE3A-46A7-4138-8E3A-C0D2CAF1D0A1}">
      <dsp:nvSpPr>
        <dsp:cNvPr id="0" name=""/>
        <dsp:cNvSpPr/>
      </dsp:nvSpPr>
      <dsp:spPr>
        <a:xfrm>
          <a:off x="1531689" y="1463766"/>
          <a:ext cx="2058789" cy="102939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New Customers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0" i="0" u="none" kern="1200"/>
            <a:t>17,027  </a:t>
          </a:r>
          <a:endParaRPr lang="en-IN" sz="1500" kern="1200"/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(35% of total customers shopped)</a:t>
          </a:r>
        </a:p>
      </dsp:txBody>
      <dsp:txXfrm>
        <a:off x="1531689" y="1463766"/>
        <a:ext cx="2058789" cy="1029394"/>
      </dsp:txXfrm>
    </dsp:sp>
    <dsp:sp modelId="{A6516A39-DA97-40A4-8828-F64E51D47292}">
      <dsp:nvSpPr>
        <dsp:cNvPr id="0" name=""/>
        <dsp:cNvSpPr/>
      </dsp:nvSpPr>
      <dsp:spPr>
        <a:xfrm>
          <a:off x="2046386" y="2925506"/>
          <a:ext cx="2058789" cy="102939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One Timers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0" i="0" u="none" kern="1200"/>
            <a:t>16,119      </a:t>
          </a:r>
          <a:endParaRPr lang="en-IN" sz="1500" kern="1200"/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(95% of new customers)</a:t>
          </a:r>
        </a:p>
      </dsp:txBody>
      <dsp:txXfrm>
        <a:off x="2046386" y="2925506"/>
        <a:ext cx="2058789" cy="1029394"/>
      </dsp:txXfrm>
    </dsp:sp>
    <dsp:sp modelId="{842DC930-BC43-47C7-B613-24ADDF9D79B6}">
      <dsp:nvSpPr>
        <dsp:cNvPr id="0" name=""/>
        <dsp:cNvSpPr/>
      </dsp:nvSpPr>
      <dsp:spPr>
        <a:xfrm>
          <a:off x="2046386" y="4387246"/>
          <a:ext cx="2058789" cy="102939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More Than One Timers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0" i="0" u="none" kern="1200"/>
            <a:t>908   </a:t>
          </a:r>
          <a:endParaRPr lang="en-IN" sz="1500" kern="1200"/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(5% of new customers)</a:t>
          </a:r>
        </a:p>
      </dsp:txBody>
      <dsp:txXfrm>
        <a:off x="2046386" y="4387246"/>
        <a:ext cx="2058789" cy="1029394"/>
      </dsp:txXfrm>
    </dsp:sp>
    <dsp:sp modelId="{EDCF21F3-1B09-49D0-AD74-58DA8F1BCB34}">
      <dsp:nvSpPr>
        <dsp:cNvPr id="0" name=""/>
        <dsp:cNvSpPr/>
      </dsp:nvSpPr>
      <dsp:spPr>
        <a:xfrm>
          <a:off x="4022824" y="1463766"/>
          <a:ext cx="2058789" cy="102939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Repeaters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0" i="0" u="none" kern="1200"/>
            <a:t>31,636    </a:t>
          </a:r>
          <a:endParaRPr lang="en-IN" sz="1500" kern="1200"/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(65% of total customers shopped)</a:t>
          </a:r>
        </a:p>
      </dsp:txBody>
      <dsp:txXfrm>
        <a:off x="4022824" y="1463766"/>
        <a:ext cx="2058789" cy="1029394"/>
      </dsp:txXfrm>
    </dsp:sp>
    <dsp:sp modelId="{1F870BFF-DBB1-42FA-B16F-938ACB9E85D1}">
      <dsp:nvSpPr>
        <dsp:cNvPr id="0" name=""/>
        <dsp:cNvSpPr/>
      </dsp:nvSpPr>
      <dsp:spPr>
        <a:xfrm>
          <a:off x="4537521" y="2925506"/>
          <a:ext cx="2058789" cy="102939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Win Back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0" i="0" u="none" kern="1200"/>
            <a:t>6,543   </a:t>
          </a:r>
          <a:endParaRPr lang="en-IN" sz="1500" kern="1200"/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(21% of repeaters)</a:t>
          </a:r>
        </a:p>
      </dsp:txBody>
      <dsp:txXfrm>
        <a:off x="4537521" y="2925506"/>
        <a:ext cx="2058789" cy="1029394"/>
      </dsp:txXfrm>
    </dsp:sp>
    <dsp:sp modelId="{C99A8389-F91F-4146-A296-9B75B869D9AB}">
      <dsp:nvSpPr>
        <dsp:cNvPr id="0" name=""/>
        <dsp:cNvSpPr/>
      </dsp:nvSpPr>
      <dsp:spPr>
        <a:xfrm>
          <a:off x="4537521" y="4387246"/>
          <a:ext cx="2058789" cy="102939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Non Win Back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0" i="0" u="none" kern="1200"/>
            <a:t>25,093  </a:t>
          </a:r>
          <a:endParaRPr lang="en-IN" sz="1500" kern="1200"/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(79% of repeaters)</a:t>
          </a:r>
        </a:p>
      </dsp:txBody>
      <dsp:txXfrm>
        <a:off x="4537521" y="4387246"/>
        <a:ext cx="2058789" cy="10293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842C40-E0D2-456B-83A2-B4B2F1777C30}">
      <dsp:nvSpPr>
        <dsp:cNvPr id="0" name=""/>
        <dsp:cNvSpPr/>
      </dsp:nvSpPr>
      <dsp:spPr>
        <a:xfrm>
          <a:off x="4228703" y="2493160"/>
          <a:ext cx="308818" cy="24087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08783"/>
              </a:lnTo>
              <a:lnTo>
                <a:pt x="308818" y="2408783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5D622C-53BD-440F-9A79-FEBC4BBA525A}">
      <dsp:nvSpPr>
        <dsp:cNvPr id="0" name=""/>
        <dsp:cNvSpPr/>
      </dsp:nvSpPr>
      <dsp:spPr>
        <a:xfrm>
          <a:off x="4228703" y="2493160"/>
          <a:ext cx="308818" cy="9470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47042"/>
              </a:lnTo>
              <a:lnTo>
                <a:pt x="308818" y="947042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37CA41-DE95-4FBB-9D56-D5A44EE28F0D}">
      <dsp:nvSpPr>
        <dsp:cNvPr id="0" name=""/>
        <dsp:cNvSpPr/>
      </dsp:nvSpPr>
      <dsp:spPr>
        <a:xfrm>
          <a:off x="3806651" y="1031420"/>
          <a:ext cx="1245567" cy="4323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6172"/>
              </a:lnTo>
              <a:lnTo>
                <a:pt x="1245567" y="216172"/>
              </a:lnTo>
              <a:lnTo>
                <a:pt x="1245567" y="432345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B44AAF-EA27-4512-9B56-2237FAA051F2}">
      <dsp:nvSpPr>
        <dsp:cNvPr id="0" name=""/>
        <dsp:cNvSpPr/>
      </dsp:nvSpPr>
      <dsp:spPr>
        <a:xfrm>
          <a:off x="1737568" y="2493160"/>
          <a:ext cx="308818" cy="24087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08783"/>
              </a:lnTo>
              <a:lnTo>
                <a:pt x="308818" y="2408783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635192-2AC9-45AA-9530-20973C4A3C3F}">
      <dsp:nvSpPr>
        <dsp:cNvPr id="0" name=""/>
        <dsp:cNvSpPr/>
      </dsp:nvSpPr>
      <dsp:spPr>
        <a:xfrm>
          <a:off x="1737568" y="2493160"/>
          <a:ext cx="308818" cy="9470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47042"/>
              </a:lnTo>
              <a:lnTo>
                <a:pt x="308818" y="947042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A32B88-7809-4EFD-B310-66A69FAA5515}">
      <dsp:nvSpPr>
        <dsp:cNvPr id="0" name=""/>
        <dsp:cNvSpPr/>
      </dsp:nvSpPr>
      <dsp:spPr>
        <a:xfrm>
          <a:off x="2561083" y="1031420"/>
          <a:ext cx="1245567" cy="432345"/>
        </a:xfrm>
        <a:custGeom>
          <a:avLst/>
          <a:gdLst/>
          <a:ahLst/>
          <a:cxnLst/>
          <a:rect l="0" t="0" r="0" b="0"/>
          <a:pathLst>
            <a:path>
              <a:moveTo>
                <a:pt x="1245567" y="0"/>
              </a:moveTo>
              <a:lnTo>
                <a:pt x="1245567" y="216172"/>
              </a:lnTo>
              <a:lnTo>
                <a:pt x="0" y="216172"/>
              </a:lnTo>
              <a:lnTo>
                <a:pt x="0" y="432345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FFF549-69F0-48D4-8B74-31DC563035C6}">
      <dsp:nvSpPr>
        <dsp:cNvPr id="0" name=""/>
        <dsp:cNvSpPr/>
      </dsp:nvSpPr>
      <dsp:spPr>
        <a:xfrm>
          <a:off x="2777256" y="2025"/>
          <a:ext cx="2058789" cy="102939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Total Sales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409 Cr</a:t>
          </a:r>
        </a:p>
      </dsp:txBody>
      <dsp:txXfrm>
        <a:off x="2777256" y="2025"/>
        <a:ext cx="2058789" cy="1029394"/>
      </dsp:txXfrm>
    </dsp:sp>
    <dsp:sp modelId="{9D31BE3A-46A7-4138-8E3A-C0D2CAF1D0A1}">
      <dsp:nvSpPr>
        <dsp:cNvPr id="0" name=""/>
        <dsp:cNvSpPr/>
      </dsp:nvSpPr>
      <dsp:spPr>
        <a:xfrm>
          <a:off x="1531689" y="1463766"/>
          <a:ext cx="2058789" cy="102939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New Customers Sales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129 Cr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 ( 32% of total sales )</a:t>
          </a:r>
        </a:p>
      </dsp:txBody>
      <dsp:txXfrm>
        <a:off x="1531689" y="1463766"/>
        <a:ext cx="2058789" cy="1029394"/>
      </dsp:txXfrm>
    </dsp:sp>
    <dsp:sp modelId="{A6516A39-DA97-40A4-8828-F64E51D47292}">
      <dsp:nvSpPr>
        <dsp:cNvPr id="0" name=""/>
        <dsp:cNvSpPr/>
      </dsp:nvSpPr>
      <dsp:spPr>
        <a:xfrm>
          <a:off x="2046386" y="2925506"/>
          <a:ext cx="2058789" cy="102939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One Timers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113 Cr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(87% of new customer sales)</a:t>
          </a:r>
        </a:p>
      </dsp:txBody>
      <dsp:txXfrm>
        <a:off x="2046386" y="2925506"/>
        <a:ext cx="2058789" cy="1029394"/>
      </dsp:txXfrm>
    </dsp:sp>
    <dsp:sp modelId="{842DC930-BC43-47C7-B613-24ADDF9D79B6}">
      <dsp:nvSpPr>
        <dsp:cNvPr id="0" name=""/>
        <dsp:cNvSpPr/>
      </dsp:nvSpPr>
      <dsp:spPr>
        <a:xfrm>
          <a:off x="2046386" y="4387246"/>
          <a:ext cx="2058789" cy="102939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More Than One Timers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16 Cr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(13% of new customer sales)</a:t>
          </a:r>
        </a:p>
      </dsp:txBody>
      <dsp:txXfrm>
        <a:off x="2046386" y="4387246"/>
        <a:ext cx="2058789" cy="1029394"/>
      </dsp:txXfrm>
    </dsp:sp>
    <dsp:sp modelId="{EDCF21F3-1B09-49D0-AD74-58DA8F1BCB34}">
      <dsp:nvSpPr>
        <dsp:cNvPr id="0" name=""/>
        <dsp:cNvSpPr/>
      </dsp:nvSpPr>
      <dsp:spPr>
        <a:xfrm>
          <a:off x="4022824" y="1463766"/>
          <a:ext cx="2058789" cy="102939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Repeaters Sales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280 Cr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( 68% of total sales )</a:t>
          </a:r>
        </a:p>
      </dsp:txBody>
      <dsp:txXfrm>
        <a:off x="4022824" y="1463766"/>
        <a:ext cx="2058789" cy="1029394"/>
      </dsp:txXfrm>
    </dsp:sp>
    <dsp:sp modelId="{1F870BFF-DBB1-42FA-B16F-938ACB9E85D1}">
      <dsp:nvSpPr>
        <dsp:cNvPr id="0" name=""/>
        <dsp:cNvSpPr/>
      </dsp:nvSpPr>
      <dsp:spPr>
        <a:xfrm>
          <a:off x="4537521" y="2925506"/>
          <a:ext cx="2058789" cy="102939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Win Back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45 Cr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(16% of repeat sales)</a:t>
          </a:r>
        </a:p>
      </dsp:txBody>
      <dsp:txXfrm>
        <a:off x="4537521" y="2925506"/>
        <a:ext cx="2058789" cy="1029394"/>
      </dsp:txXfrm>
    </dsp:sp>
    <dsp:sp modelId="{C99A8389-F91F-4146-A296-9B75B869D9AB}">
      <dsp:nvSpPr>
        <dsp:cNvPr id="0" name=""/>
        <dsp:cNvSpPr/>
      </dsp:nvSpPr>
      <dsp:spPr>
        <a:xfrm>
          <a:off x="4537521" y="4387246"/>
          <a:ext cx="2058789" cy="102939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Non Win Back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235 Cr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(84% of repeat sales)</a:t>
          </a:r>
        </a:p>
      </dsp:txBody>
      <dsp:txXfrm>
        <a:off x="4537521" y="4387246"/>
        <a:ext cx="2058789" cy="10293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ECDC8F-F4DC-4795-AFA0-11DE7F3F0CD9}" type="datetimeFigureOut">
              <a:rPr lang="en-IN" smtClean="0"/>
              <a:t>08-02-2025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B46C70-04C3-4A6F-8D08-809993664F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4140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72517-0923-454A-A67B-629156B1922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011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72517-0923-454A-A67B-629156B1922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71927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5487D8-8643-42A0-8B67-EDA9D1BECDC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1589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7CAA3E-8D72-414E-9F8D-760CD4ABCC12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5560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72517-0923-454A-A67B-629156B1922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76817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6A6FDB-0487-43F9-857E-06709977AA64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9556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6A6FDB-0487-43F9-857E-06709977AA64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99556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72517-0923-454A-A67B-629156B1922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92957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639EFC-C04A-4B25-BCD0-BB4D2BBC170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55158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364DBC-CB52-4911-92E8-89A0EE69B45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89552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72517-0923-454A-A67B-629156B1922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52538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72517-0923-454A-A67B-629156B1922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6049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72517-0923-454A-A67B-629156B1922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98060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72517-0923-454A-A67B-629156B1922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546132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2C95F-C0BF-BB56-1A27-ED04E060F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B3E2BE-91A1-0181-6208-B610F585C1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4871D-D74D-0196-D5B2-0152CBBDD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0479E-579A-4096-9D61-DD85C2478FB1}" type="datetimeFigureOut">
              <a:rPr lang="en-IN" smtClean="0"/>
              <a:t>08-02-2025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E5C06-9402-EA27-7D88-48B5BDB33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08538-DC27-4865-AA16-69E1BC472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BF270-56F9-4116-AFB0-174881FD4F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5722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0096F-572B-822F-CCD6-473001E07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793D6-56C6-5710-0B12-CA1128DCF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4CA9F-F61C-AB6F-9D21-40573E1E7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0479E-579A-4096-9D61-DD85C2478FB1}" type="datetimeFigureOut">
              <a:rPr lang="en-IN" smtClean="0"/>
              <a:t>08-02-2025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9E522-3151-983A-625C-F813E4978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91E15-6CAC-41F6-158D-AA077883C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BF270-56F9-4116-AFB0-174881FD4F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9605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3474B-3528-96C2-5B65-5B75A6D7F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E2CA1F-ABE9-FBF2-A515-151DA1C85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268A8-E2EA-D317-9F85-AF6612219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0479E-579A-4096-9D61-DD85C2478FB1}" type="datetimeFigureOut">
              <a:rPr lang="en-IN" smtClean="0"/>
              <a:t>08-02-2025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D1FA61-44C0-843B-441F-7630EE593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E260D-3B1A-68CB-CF30-4B55AA867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BF270-56F9-4116-AFB0-174881FD4F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0871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3781C-3844-F729-BFA0-275F1A011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5B9D9-BF49-AAFF-8D7F-FD239DF11D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BE6AD3-5673-2D18-A539-491C9C9F9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A3B407-2E39-5C07-FFE0-C499AAD67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0479E-579A-4096-9D61-DD85C2478FB1}" type="datetimeFigureOut">
              <a:rPr lang="en-IN" smtClean="0"/>
              <a:t>08-02-2025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0DF82-A3C6-66ED-9012-FF9CA928D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FBFDC9-E369-1452-9E26-0D6A2FACB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BF270-56F9-4116-AFB0-174881FD4F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6354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40FF7-DAEE-0419-4CD6-3AB73E5BB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A09767-4A3E-5736-6EAC-A9AD248C0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282501-12C8-0570-12F3-128F1945FC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3A4944-A4D9-CC59-24DA-5A3F0EDCAC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8C1959-B21E-D856-3F24-B45B22018C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74E352-1256-E865-A8C3-3B2F005BB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0479E-579A-4096-9D61-DD85C2478FB1}" type="datetimeFigureOut">
              <a:rPr lang="en-IN" smtClean="0"/>
              <a:t>08-02-2025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ADA9C9-C44F-5055-C461-CB9754267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D775EC-65B3-537F-527E-5B1D40913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BF270-56F9-4116-AFB0-174881FD4F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797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B1CBF-FAB8-5AC6-BCCC-1556B6B63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96C21E-BA7A-9096-352C-58095C910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0479E-579A-4096-9D61-DD85C2478FB1}" type="datetimeFigureOut">
              <a:rPr lang="en-IN" smtClean="0"/>
              <a:t>08-02-2025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F6F2B9-AAEE-2EED-DBFF-BA04D47A9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1EB463-F810-1125-9607-F250C2F50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BF270-56F9-4116-AFB0-174881FD4F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3274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DA4A97-5797-351B-181A-84C1074A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0479E-579A-4096-9D61-DD85C2478FB1}" type="datetimeFigureOut">
              <a:rPr lang="en-IN" smtClean="0"/>
              <a:t>08-02-2025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702055-9859-AF00-AB38-357998C43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B42CA1-9BAA-925C-E36D-2E91428C6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BF270-56F9-4116-AFB0-174881FD4F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653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19C5F-A8E6-48AE-FC98-EFA86EFF9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9A3B2-8013-42D7-157E-03C8F4E1B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24D084-9559-B4D1-863F-3DCE147672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929B10-A263-24A9-9C2B-96BB8CC90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0479E-579A-4096-9D61-DD85C2478FB1}" type="datetimeFigureOut">
              <a:rPr lang="en-IN" smtClean="0"/>
              <a:t>08-02-2025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A8E303-9D77-87F5-2249-D0DF92741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7F8627-CE4D-E652-8099-BEA8A1A5B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BF270-56F9-4116-AFB0-174881FD4F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914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C839C-1D2F-49C4-57A3-04208115F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085F79-81DA-474F-C24F-F95857CEB1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16D5B8-D7B6-9B94-3637-A2F42B7095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163000-9D60-2D1B-2A21-B351D3C92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0479E-579A-4096-9D61-DD85C2478FB1}" type="datetimeFigureOut">
              <a:rPr lang="en-IN" smtClean="0"/>
              <a:t>08-02-2025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010502-AE44-3A92-904E-52BAA9712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3DE286-C675-CB17-9112-A4BF13E00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BF270-56F9-4116-AFB0-174881FD4F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9277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4B3D8-39C1-2D43-2F8C-038C06899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C5C884-3DDC-08DD-138F-4BC095FD90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51A0D-0BFF-48D0-7DC2-6ECD8153C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0479E-579A-4096-9D61-DD85C2478FB1}" type="datetimeFigureOut">
              <a:rPr lang="en-IN" smtClean="0"/>
              <a:t>08-02-2025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17168B-B6FE-F536-4A78-B50E281C6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E1C2A-CED1-35C0-8229-91391873A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BF270-56F9-4116-AFB0-174881FD4F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2342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08BB6D-E1C2-12E5-A404-24484127D1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92994A-D5D0-A2E6-69FC-8A357F82F2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9F285A-5C50-B47E-CD2A-32F4DC70A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0479E-579A-4096-9D61-DD85C2478FB1}" type="datetimeFigureOut">
              <a:rPr lang="en-IN" smtClean="0"/>
              <a:t>08-02-2025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C4087-555D-03EC-4477-5624A12DF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E2F7A-19A0-76CD-842A-DB6F733C4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BF270-56F9-4116-AFB0-174881FD4F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44199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503268" y="3409274"/>
            <a:ext cx="7185464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1"/>
            <a:ext cx="390144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1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42B879-0833-43F6-A235-B9F213A0F948}" type="datetime1">
              <a:rPr lang="en-US" smtClean="0"/>
              <a:t>2/8/2025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323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D4839-4AA9-A563-A7CC-390BD1ADEF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E46735-72FD-FC03-9236-5452C2A62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9F5AE-FB0D-E92A-F038-D11787B90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0DC22-D811-4D2C-854A-66893938FD1E}" type="datetimeFigureOut">
              <a:rPr lang="en-IN" smtClean="0"/>
              <a:t>08-02-2025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A617A-7C0F-A664-355D-9279ACA20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47590-2557-94FA-F989-30193CB10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AA22E-6F2B-4B2E-8A15-30C99E9F4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51716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DB6CF-243F-9798-870D-D3B350E0D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2B3AD-5B54-8870-CD79-78F550A07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FC1388-2C01-D64A-E847-06150F3AC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0DC22-D811-4D2C-854A-66893938FD1E}" type="datetimeFigureOut">
              <a:rPr lang="en-IN" smtClean="0"/>
              <a:t>08-02-2025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C3A496-9287-2012-6039-CE9C027F5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B3F79-1CAA-C4F2-0371-778A1D362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AA22E-6F2B-4B2E-8A15-30C99E9F4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3554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5CB39-834F-A1F7-2A67-BC562E6F3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82B563-0477-0104-248C-DF39B84113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CA594-F728-F7CB-80C6-6D6C29193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0DC22-D811-4D2C-854A-66893938FD1E}" type="datetimeFigureOut">
              <a:rPr lang="en-IN" smtClean="0"/>
              <a:t>08-02-2025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17BF1-C63A-4B33-095C-85AAF16C1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B34DA-27EB-17BD-78A8-A1BF07CC9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AA22E-6F2B-4B2E-8A15-30C99E9F4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8896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7E9BD-4AD2-6F55-69CF-AB7C582EC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48A42-4CD2-DE41-9792-A1FA428228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AA92A4-A522-8255-83CF-F177998A9A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915511-566F-D495-9DC7-F48F3118D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0DC22-D811-4D2C-854A-66893938FD1E}" type="datetimeFigureOut">
              <a:rPr lang="en-IN" smtClean="0"/>
              <a:t>08-02-2025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7E5DEB-E826-C6AB-F611-D3DF2D0A4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69EE65-A121-851F-36B7-14E461E5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AA22E-6F2B-4B2E-8A15-30C99E9F4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66320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C6F13-12DC-7174-7AE7-95546A37A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A716A-829B-8E65-2DAF-3555610CE0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2441F6-D9E7-1B45-245B-E729AD3630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376630-CF7E-4F51-A618-0C88C7F542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DD2C51-39BF-62D2-97E4-A415514900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34EAEA-18DF-19DB-931C-DE5534BCA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0DC22-D811-4D2C-854A-66893938FD1E}" type="datetimeFigureOut">
              <a:rPr lang="en-IN" smtClean="0"/>
              <a:t>08-02-2025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32F388-7793-7A6C-9988-1D184BF21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4DE2F9-B736-F9EF-4FDA-6BE7B3C1D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AA22E-6F2B-4B2E-8A15-30C99E9F4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97962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9CC72-7FDD-4DF5-75D8-3B99ABFD3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5CF858-87C2-FBC4-F667-9099F6790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0DC22-D811-4D2C-854A-66893938FD1E}" type="datetimeFigureOut">
              <a:rPr lang="en-IN" smtClean="0"/>
              <a:t>08-02-2025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5DDE09-E63A-E535-BDA7-1C36CE041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9CAC47-8981-57FA-D107-3627FA387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AA22E-6F2B-4B2E-8A15-30C99E9F4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5712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8C9AA1-0F18-DEA8-88CC-762B2C296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0DC22-D811-4D2C-854A-66893938FD1E}" type="datetimeFigureOut">
              <a:rPr lang="en-IN" smtClean="0"/>
              <a:t>08-02-2025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4C1D5F-4516-A986-F21F-836A23767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F5A455-BD17-B88A-3118-2A94C22CE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AA22E-6F2B-4B2E-8A15-30C99E9F4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97210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3AFCE-B5EB-F6BA-2910-E50CAAE2A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469EC-5FDC-49EC-D4EC-7D9E9C73E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98BE81-7306-87DE-CB8F-A901ED14FE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94AA30-CC1E-2133-6921-0D3D22557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0DC22-D811-4D2C-854A-66893938FD1E}" type="datetimeFigureOut">
              <a:rPr lang="en-IN" smtClean="0"/>
              <a:t>08-02-2025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FBD08B-D97A-2E70-4589-162A7A978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D450EE-8909-5D76-A2A8-39059BF7D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AA22E-6F2B-4B2E-8A15-30C99E9F4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56213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89C2F-A6E7-BCA9-0FB2-FEF76B20C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A20910-56DB-F443-BD91-A859D61E03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73DF1C-3C71-DF9D-FE1C-69EF82AED3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2BFC0D-A8BB-6CE0-831B-6B79CEB82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0DC22-D811-4D2C-854A-66893938FD1E}" type="datetimeFigureOut">
              <a:rPr lang="en-IN" smtClean="0"/>
              <a:t>08-02-2025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92D4D4-5ABC-4182-0133-E8BA485D4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5553F0-910C-0301-910B-FEFA5FDEB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AA22E-6F2B-4B2E-8A15-30C99E9F4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0375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FF4A1-355E-07B9-880F-FD4AE88C7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B28F7A-9FBB-0204-6EAC-49BECE05E8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17512-2F27-C509-B1C6-AB040F8CE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0DC22-D811-4D2C-854A-66893938FD1E}" type="datetimeFigureOut">
              <a:rPr lang="en-IN" smtClean="0"/>
              <a:t>08-02-2025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704B0-3440-13DD-A11B-5B7D59A52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BA9FF-B936-524D-6943-E56004935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AA22E-6F2B-4B2E-8A15-30C99E9F4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73441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75EF90-FA1B-615D-10B7-3D4A02684E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6378B6-A386-E0B4-2543-E7CFCB2BBA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2CFEC-F471-C1F1-1746-B19FC08CC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0DC22-D811-4D2C-854A-66893938FD1E}" type="datetimeFigureOut">
              <a:rPr lang="en-IN" smtClean="0"/>
              <a:t>08-02-2025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FA4506-3914-295E-FE65-A7F2DEADA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19197-4123-74F0-6C0A-9209C39D6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AA22E-6F2B-4B2E-8A15-30C99E9F4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57997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503268" y="3409274"/>
            <a:ext cx="7185464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1"/>
            <a:ext cx="390144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1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42B879-0833-43F6-A235-B9F213A0F948}" type="datetime1">
              <a:rPr lang="en-US" smtClean="0"/>
              <a:t>2/8/2025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05653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960E47-679F-497C-8CEA-16CC744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4B3895-B853-FFFC-73C5-B403C5B70F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57DAB-E670-6EA0-16B6-A6E493609A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30479E-579A-4096-9D61-DD85C2478FB1}" type="datetimeFigureOut">
              <a:rPr lang="en-IN" smtClean="0"/>
              <a:t>08-02-2025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49CA6-C17B-8974-1DD6-26CC6E33D2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127E5-A5E9-A9E0-F384-00F15467B6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5BF270-56F9-4116-AFB0-174881FD4F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3688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7CA13F-384C-D522-2605-7A4458BD2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7AA2BA-F0BD-1A90-1138-A63E29549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467CD-7211-A0C2-1396-1725A997AC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30DC22-D811-4D2C-854A-66893938FD1E}" type="datetimeFigureOut">
              <a:rPr lang="en-IN" smtClean="0"/>
              <a:t>08-02-2025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26318-97B4-A600-89C2-329FE9C220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2C8F9-05E1-6BC8-1A71-3844C184D7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DAA22E-6F2B-4B2E-8A15-30C99E9F4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5063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7" Type="http://schemas.openxmlformats.org/officeDocument/2006/relationships/diagramData" Target="../diagrams/data2.xml"/><Relationship Id="rId8" Type="http://schemas.openxmlformats.org/officeDocument/2006/relationships/diagramLayout" Target="../diagrams/layout2.xml"/><Relationship Id="rId9" Type="http://schemas.openxmlformats.org/officeDocument/2006/relationships/diagramQuickStyle" Target="../diagrams/quickStyle2.xml"/><Relationship Id="rId10" Type="http://schemas.openxmlformats.org/officeDocument/2006/relationships/diagramColors" Target="../diagrams/colors2.xml"/><Relationship Id="rId11" Type="http://schemas.microsoft.com/office/2007/relationships/diagramDrawing" Target="../diagrams/drawing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20ED6E7-4912-4D85-A837-C4ED793ACC82}"/>
              </a:ext>
            </a:extLst>
          </p:cNvPr>
          <p:cNvSpPr/>
          <p:nvPr/>
        </p:nvSpPr>
        <p:spPr>
          <a:xfrm>
            <a:off x="0" y="3610"/>
            <a:ext cx="12192000" cy="6864664"/>
          </a:xfrm>
          <a:prstGeom prst="rect">
            <a:avLst/>
          </a:prstGeom>
          <a:solidFill>
            <a:schemeClr val="accent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51C71C4-CCA6-476C-9CF1-C42374DC2878}"/>
              </a:ext>
            </a:extLst>
          </p:cNvPr>
          <p:cNvSpPr/>
          <p:nvPr/>
        </p:nvSpPr>
        <p:spPr>
          <a:xfrm>
            <a:off x="2867286" y="4775788"/>
            <a:ext cx="6251944" cy="9144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sz="2800" b="1">
                <a:solidFill>
                  <a:schemeClr val="tx1"/>
                </a:solidFill>
                <a:latin typeface="Calibri"/>
              </a:rPr>
              <a:t>Monthly Business Reviews - Mar'25</a:t>
            </a:r>
            <a:endParaRPr lang="en-US" sz="2800" b="1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9964A7-6C83-41B1-B753-DD8FBF6E67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8280" y="407348"/>
            <a:ext cx="6729956" cy="2798967"/>
          </a:xfrm>
          <a:prstGeom prst="rect">
            <a:avLst/>
          </a:prstGeom>
        </p:spPr>
      </p:pic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1B26AD4-464C-98F9-65D7-3EC3DB7EB3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8258" y="3378628"/>
            <a:ext cx="3810000" cy="11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030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14E08E-BC3F-43DB-BAEA-CEA1C920B07B}"/>
              </a:ext>
            </a:extLst>
          </p:cNvPr>
          <p:cNvSpPr txBox="1"/>
          <p:nvPr/>
        </p:nvSpPr>
        <p:spPr>
          <a:xfrm>
            <a:off x="376545" y="176484"/>
            <a:ext cx="9259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Definitions and formulas used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94D2C5-B87E-4B70-A5AC-BC7B57F6428E}"/>
              </a:ext>
            </a:extLst>
          </p:cNvPr>
          <p:cNvSpPr/>
          <p:nvPr/>
        </p:nvSpPr>
        <p:spPr>
          <a:xfrm>
            <a:off x="354740" y="667821"/>
            <a:ext cx="11482520" cy="6113124"/>
          </a:xfrm>
          <a:prstGeom prst="rect">
            <a:avLst/>
          </a:prstGeom>
          <a:solidFill>
            <a:schemeClr val="accent1"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IN" sz="1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Total customer shopped – Number of customers who transacted in the analysis month (Same for the sales and bill numbers)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IN" sz="1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Current month one timer – where Min and Max frequency count is 1 in the analysis month (Same for the sales and bill numbers)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IN" sz="1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Current month repeater – where Min frequency count is 1 and Max&gt;1 in the analysis month (Same for the sales and bill numbers); same holds for bills and sales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IN" sz="1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New Customers – Current Month One Timer + Current Month Repeater; same hold for sales and bills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IN" sz="1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Repeater - Other month Repeater – where Min and Max frequency count &gt; 1 in the analysis month (Same for the sales and bill numbers)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IN" sz="1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ATV (Average Transaction Value)  – Total sales  / Total Bills. </a:t>
            </a:r>
            <a:r>
              <a:rPr kumimoji="0" lang="en-US" sz="1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Average amount spent by shoppers in one transaction</a:t>
            </a:r>
            <a:endParaRPr kumimoji="0" lang="en-IN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IN" sz="1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AMV – Total sales / Total customer shopped. Average amount spent by a shopper.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IN" sz="1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ABS (Average Basket Size) – Total quantity / Total Bills. </a:t>
            </a:r>
            <a:r>
              <a:rPr kumimoji="0" lang="en-US" sz="1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Average number of items sold per transaction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IN" sz="1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Repeat ATV – Total repeat sales / Total Repeat Bills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IN" sz="1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% Redemption – Total points redeemed / Total points issued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IN" sz="1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Sales to burn ratio  - Total sales  / Total points redeemed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IN" sz="1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Visit - Number of times a customer has visited the brand.(A customer can have only 1 visit in a day)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IN" sz="1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Bill - Number of bills generated. (A customer can have more than 1 visit in a day)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IN" sz="1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Spends per Visit – Total Sales/Visits. Average amount spent per visit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1550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20ED6E7-4912-4D85-A837-C4ED793ACC82}"/>
              </a:ext>
            </a:extLst>
          </p:cNvPr>
          <p:cNvSpPr/>
          <p:nvPr/>
        </p:nvSpPr>
        <p:spPr>
          <a:xfrm>
            <a:off x="0" y="3610"/>
            <a:ext cx="12192000" cy="6864664"/>
          </a:xfrm>
          <a:prstGeom prst="rect">
            <a:avLst/>
          </a:prstGeom>
          <a:solidFill>
            <a:schemeClr val="accent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51C71C4-CCA6-476C-9CF1-C42374DC2878}"/>
              </a:ext>
            </a:extLst>
          </p:cNvPr>
          <p:cNvSpPr/>
          <p:nvPr/>
        </p:nvSpPr>
        <p:spPr>
          <a:xfrm>
            <a:off x="2867286" y="4666251"/>
            <a:ext cx="6251944" cy="9144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Overall Level KPI Overview 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9964A7-6C83-41B1-B753-DD8FBF6E67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8280" y="407348"/>
            <a:ext cx="6729956" cy="2798967"/>
          </a:xfrm>
          <a:prstGeom prst="rect">
            <a:avLst/>
          </a:prstGeom>
        </p:spPr>
      </p:pic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C755800-3875-D925-4B86-66608BCAF4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3076" y="3369545"/>
            <a:ext cx="3810000" cy="11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019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511BEFA-D6B9-4387-2D92-72345806EE5E}"/>
              </a:ext>
            </a:extLst>
          </p:cNvPr>
          <p:cNvSpPr txBox="1"/>
          <p:nvPr/>
        </p:nvSpPr>
        <p:spPr>
          <a:xfrm>
            <a:off x="86117" y="174661"/>
            <a:ext cx="117193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Customer Overview – Sales, Bills and Available Points Distribution</a:t>
            </a:r>
            <a:endParaRPr kumimoji="0" lang="en-IN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7224192-33E6-C1EB-6C04-D7C9FD6B77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8616871"/>
              </p:ext>
            </p:extLst>
          </p:nvPr>
        </p:nvGraphicFramePr>
        <p:xfrm>
          <a:off x="174945" y="574771"/>
          <a:ext cx="11719387" cy="2573416"/>
        </p:xfrm>
        <a:graphic>
          <a:graphicData uri="http://schemas.openxmlformats.org/drawingml/2006/table">
            <a:tbl>
              <a:tblPr/>
              <a:tblGrid>
                <a:gridCol w="1659070">
                  <a:extLst>
                    <a:ext uri="{9D8B030D-6E8A-4147-A177-3AD203B41FA5}">
                      <a16:colId xmlns:a16="http://schemas.microsoft.com/office/drawing/2014/main" val="2009628216"/>
                    </a:ext>
                  </a:extLst>
                </a:gridCol>
                <a:gridCol w="1482573">
                  <a:extLst>
                    <a:ext uri="{9D8B030D-6E8A-4147-A177-3AD203B41FA5}">
                      <a16:colId xmlns:a16="http://schemas.microsoft.com/office/drawing/2014/main" val="1206423042"/>
                    </a:ext>
                  </a:extLst>
                </a:gridCol>
                <a:gridCol w="2082662">
                  <a:extLst>
                    <a:ext uri="{9D8B030D-6E8A-4147-A177-3AD203B41FA5}">
                      <a16:colId xmlns:a16="http://schemas.microsoft.com/office/drawing/2014/main" val="365280027"/>
                    </a:ext>
                  </a:extLst>
                </a:gridCol>
                <a:gridCol w="2082662">
                  <a:extLst>
                    <a:ext uri="{9D8B030D-6E8A-4147-A177-3AD203B41FA5}">
                      <a16:colId xmlns:a16="http://schemas.microsoft.com/office/drawing/2014/main" val="2659599585"/>
                    </a:ext>
                  </a:extLst>
                </a:gridCol>
                <a:gridCol w="1588471">
                  <a:extLst>
                    <a:ext uri="{9D8B030D-6E8A-4147-A177-3AD203B41FA5}">
                      <a16:colId xmlns:a16="http://schemas.microsoft.com/office/drawing/2014/main" val="28201406"/>
                    </a:ext>
                  </a:extLst>
                </a:gridCol>
                <a:gridCol w="1429624">
                  <a:extLst>
                    <a:ext uri="{9D8B030D-6E8A-4147-A177-3AD203B41FA5}">
                      <a16:colId xmlns:a16="http://schemas.microsoft.com/office/drawing/2014/main" val="3281988955"/>
                    </a:ext>
                  </a:extLst>
                </a:gridCol>
                <a:gridCol w="1394325">
                  <a:extLst>
                    <a:ext uri="{9D8B030D-6E8A-4147-A177-3AD203B41FA5}">
                      <a16:colId xmlns:a16="http://schemas.microsoft.com/office/drawing/2014/main" val="1473133817"/>
                    </a:ext>
                  </a:extLst>
                </a:gridCol>
              </a:tblGrid>
              <a:tr h="654258"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Customer Type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Customers count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% Customer distribution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% Sales distribution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ATV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Available points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Avg. Recency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5856126"/>
                  </a:ext>
                </a:extLst>
              </a:tr>
              <a:tr h="632450"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7,90,438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30.2%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48.4%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66,870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44,75,64,901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253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3668672"/>
                  </a:ext>
                </a:extLst>
              </a:tr>
              <a:tr h="632450"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Dormant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1,94,624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8.0%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59,930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7,82,22,890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86981"/>
                  </a:ext>
                </a:extLst>
              </a:tr>
              <a:tr h="654258"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Lapsed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16,34,599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62.4%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43.6%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50,409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1,976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101627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35CE6BE-6228-83D7-EB57-C821A5F138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883866"/>
              </p:ext>
            </p:extLst>
          </p:nvPr>
        </p:nvGraphicFramePr>
        <p:xfrm>
          <a:off x="174945" y="3350419"/>
          <a:ext cx="11719386" cy="2932809"/>
        </p:xfrm>
        <a:graphic>
          <a:graphicData uri="http://schemas.openxmlformats.org/drawingml/2006/table">
            <a:tbl>
              <a:tblPr/>
              <a:tblGrid>
                <a:gridCol w="1659070">
                  <a:extLst>
                    <a:ext uri="{9D8B030D-6E8A-4147-A177-3AD203B41FA5}">
                      <a16:colId xmlns:a16="http://schemas.microsoft.com/office/drawing/2014/main" val="4201170190"/>
                    </a:ext>
                  </a:extLst>
                </a:gridCol>
                <a:gridCol w="1482573">
                  <a:extLst>
                    <a:ext uri="{9D8B030D-6E8A-4147-A177-3AD203B41FA5}">
                      <a16:colId xmlns:a16="http://schemas.microsoft.com/office/drawing/2014/main" val="2133569661"/>
                    </a:ext>
                  </a:extLst>
                </a:gridCol>
                <a:gridCol w="2082662">
                  <a:extLst>
                    <a:ext uri="{9D8B030D-6E8A-4147-A177-3AD203B41FA5}">
                      <a16:colId xmlns:a16="http://schemas.microsoft.com/office/drawing/2014/main" val="581848521"/>
                    </a:ext>
                  </a:extLst>
                </a:gridCol>
                <a:gridCol w="2082662">
                  <a:extLst>
                    <a:ext uri="{9D8B030D-6E8A-4147-A177-3AD203B41FA5}">
                      <a16:colId xmlns:a16="http://schemas.microsoft.com/office/drawing/2014/main" val="342219895"/>
                    </a:ext>
                  </a:extLst>
                </a:gridCol>
                <a:gridCol w="1588471">
                  <a:extLst>
                    <a:ext uri="{9D8B030D-6E8A-4147-A177-3AD203B41FA5}">
                      <a16:colId xmlns:a16="http://schemas.microsoft.com/office/drawing/2014/main" val="2750094281"/>
                    </a:ext>
                  </a:extLst>
                </a:gridCol>
                <a:gridCol w="1429623">
                  <a:extLst>
                    <a:ext uri="{9D8B030D-6E8A-4147-A177-3AD203B41FA5}">
                      <a16:colId xmlns:a16="http://schemas.microsoft.com/office/drawing/2014/main" val="627577864"/>
                    </a:ext>
                  </a:extLst>
                </a:gridCol>
                <a:gridCol w="1394325">
                  <a:extLst>
                    <a:ext uri="{9D8B030D-6E8A-4147-A177-3AD203B41FA5}">
                      <a16:colId xmlns:a16="http://schemas.microsoft.com/office/drawing/2014/main" val="531425435"/>
                    </a:ext>
                  </a:extLst>
                </a:gridCol>
              </a:tblGrid>
              <a:tr h="429192"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Customer Type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Customers count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% Customer distribution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% Sales distribution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ATV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Avg. Visits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Avg. Recency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2129704"/>
                  </a:ext>
                </a:extLst>
              </a:tr>
              <a:tr h="414885"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active_onetimer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3,26,175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12.5%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59,544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271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0009123"/>
                  </a:ext>
                </a:extLst>
              </a:tr>
              <a:tr h="414885"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active_repeater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4,64,263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17.7%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42.5%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68,043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4.26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240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9831332"/>
                  </a:ext>
                </a:extLst>
              </a:tr>
              <a:tr h="414885"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dormant_onetimer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95,047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54,212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2456818"/>
                  </a:ext>
                </a:extLst>
              </a:tr>
              <a:tr h="414885"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dormant_repeater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99,577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61,528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3.33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6622216"/>
                  </a:ext>
                </a:extLst>
              </a:tr>
              <a:tr h="414885"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lapsed_onetimer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10,52,631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40.2%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14.2%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43,354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2,106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672873"/>
                  </a:ext>
                </a:extLst>
              </a:tr>
              <a:tr h="429192"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lapsed_repeater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5,81,968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22.2%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29.4%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54,702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2.85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1,740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715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3046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A2074EC-C82D-10D9-474A-BD71AFB9DA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084307"/>
              </p:ext>
            </p:extLst>
          </p:nvPr>
        </p:nvGraphicFramePr>
        <p:xfrm>
          <a:off x="-1296827" y="801859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9B6EA643-445B-113F-944F-ECDA045C68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3599672"/>
              </p:ext>
            </p:extLst>
          </p:nvPr>
        </p:nvGraphicFramePr>
        <p:xfrm>
          <a:off x="5287195" y="801858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21CA53F-E151-684D-7AAF-9C41358BC95E}"/>
              </a:ext>
            </a:extLst>
          </p:cNvPr>
          <p:cNvSpPr txBox="1"/>
          <p:nvPr/>
        </p:nvSpPr>
        <p:spPr>
          <a:xfrm>
            <a:off x="174661" y="62523"/>
            <a:ext cx="9259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Customers and Sales distribution : New Customers and Repeaters (</a:t>
            </a:r>
            <a:r>
              <a:rPr lang="en-IN" sz="2000" b="1">
                <a:solidFill>
                  <a:srgbClr val="FFC000">
                    <a:lumMod val="75000"/>
                  </a:srgbClr>
                </a:solidFill>
                <a:latin typeface="Calibri" panose="020F0502020204030204"/>
              </a:rPr>
              <a:t>Sept</a:t>
            </a:r>
            <a:r>
              <a:rPr kumimoji="0" lang="en-IN" sz="2000" b="1" i="0" u="none" strike="noStrike" kern="1200" cap="none" spc="0" normalizeH="0" baseline="0" noProof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’24)</a:t>
            </a:r>
          </a:p>
        </p:txBody>
      </p:sp>
    </p:spTree>
    <p:extLst>
      <p:ext uri="{BB962C8B-B14F-4D97-AF65-F5344CB8AC3E}">
        <p14:creationId xmlns:p14="http://schemas.microsoft.com/office/powerpoint/2010/main" val="3892578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543242D-473D-A4AD-D736-302719F645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3636640"/>
              </p:ext>
            </p:extLst>
          </p:nvPr>
        </p:nvGraphicFramePr>
        <p:xfrm>
          <a:off x="584201" y="3727272"/>
          <a:ext cx="10993388" cy="2967005"/>
        </p:xfrm>
        <a:graphic>
          <a:graphicData uri="http://schemas.openxmlformats.org/drawingml/2006/table">
            <a:tbl>
              <a:tblPr/>
              <a:tblGrid>
                <a:gridCol w="804856">
                  <a:extLst>
                    <a:ext uri="{9D8B030D-6E8A-4147-A177-3AD203B41FA5}">
                      <a16:colId xmlns:a16="http://schemas.microsoft.com/office/drawing/2014/main" val="3100728354"/>
                    </a:ext>
                  </a:extLst>
                </a:gridCol>
                <a:gridCol w="1240425">
                  <a:extLst>
                    <a:ext uri="{9D8B030D-6E8A-4147-A177-3AD203B41FA5}">
                      <a16:colId xmlns:a16="http://schemas.microsoft.com/office/drawing/2014/main" val="4284558170"/>
                    </a:ext>
                  </a:extLst>
                </a:gridCol>
                <a:gridCol w="1278301">
                  <a:extLst>
                    <a:ext uri="{9D8B030D-6E8A-4147-A177-3AD203B41FA5}">
                      <a16:colId xmlns:a16="http://schemas.microsoft.com/office/drawing/2014/main" val="1340884448"/>
                    </a:ext>
                  </a:extLst>
                </a:gridCol>
                <a:gridCol w="1278301">
                  <a:extLst>
                    <a:ext uri="{9D8B030D-6E8A-4147-A177-3AD203B41FA5}">
                      <a16:colId xmlns:a16="http://schemas.microsoft.com/office/drawing/2014/main" val="3377524713"/>
                    </a:ext>
                  </a:extLst>
                </a:gridCol>
                <a:gridCol w="1278301">
                  <a:extLst>
                    <a:ext uri="{9D8B030D-6E8A-4147-A177-3AD203B41FA5}">
                      <a16:colId xmlns:a16="http://schemas.microsoft.com/office/drawing/2014/main" val="3145121381"/>
                    </a:ext>
                  </a:extLst>
                </a:gridCol>
                <a:gridCol w="1278301">
                  <a:extLst>
                    <a:ext uri="{9D8B030D-6E8A-4147-A177-3AD203B41FA5}">
                      <a16:colId xmlns:a16="http://schemas.microsoft.com/office/drawing/2014/main" val="3874051021"/>
                    </a:ext>
                  </a:extLst>
                </a:gridCol>
                <a:gridCol w="1278301">
                  <a:extLst>
                    <a:ext uri="{9D8B030D-6E8A-4147-A177-3AD203B41FA5}">
                      <a16:colId xmlns:a16="http://schemas.microsoft.com/office/drawing/2014/main" val="3942733589"/>
                    </a:ext>
                  </a:extLst>
                </a:gridCol>
                <a:gridCol w="1278301">
                  <a:extLst>
                    <a:ext uri="{9D8B030D-6E8A-4147-A177-3AD203B41FA5}">
                      <a16:colId xmlns:a16="http://schemas.microsoft.com/office/drawing/2014/main" val="977400738"/>
                    </a:ext>
                  </a:extLst>
                </a:gridCol>
                <a:gridCol w="1278301">
                  <a:extLst>
                    <a:ext uri="{9D8B030D-6E8A-4147-A177-3AD203B41FA5}">
                      <a16:colId xmlns:a16="http://schemas.microsoft.com/office/drawing/2014/main" val="5344497"/>
                    </a:ext>
                  </a:extLst>
                </a:gridCol>
              </a:tblGrid>
              <a:tr h="411174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 Retention By Cohort</a:t>
                      </a:r>
                    </a:p>
                  </a:txBody>
                  <a:tcPr marL="6313" marR="6313" marT="63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Year</a:t>
                      </a:r>
                    </a:p>
                  </a:txBody>
                  <a:tcPr marL="6313" marR="6313" marT="63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956148"/>
                  </a:ext>
                </a:extLst>
              </a:tr>
              <a:tr h="372924"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marL="6313" marR="6313" marT="63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Start Year</a:t>
                      </a:r>
                    </a:p>
                  </a:txBody>
                  <a:tcPr marL="6313" marR="6313" marT="63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13" marR="6313" marT="63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313" marR="6313" marT="6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313" marR="6313" marT="6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313" marR="6313" marT="6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313" marR="6313" marT="6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313" marR="6313" marT="6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6313" marR="6313" marT="6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437511"/>
                  </a:ext>
                </a:extLst>
              </a:tr>
              <a:tr h="353800"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13" marR="6313" marT="63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2019</a:t>
                      </a:r>
                    </a:p>
                  </a:txBody>
                  <a:tcPr marL="6313" marR="6313" marT="63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6313" marR="6313" marT="63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14%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14%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11%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3%</a:t>
                      </a:r>
                    </a:p>
                  </a:txBody>
                  <a:tcPr marL="6313" marR="6313" marT="6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0581038"/>
                  </a:ext>
                </a:extLst>
              </a:tr>
              <a:tr h="353800"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313" marR="6313" marT="63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2020</a:t>
                      </a:r>
                    </a:p>
                  </a:txBody>
                  <a:tcPr marL="6313" marR="6313" marT="63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6313" marR="6313" marT="63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23%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16%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13%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11%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3%</a:t>
                      </a:r>
                    </a:p>
                  </a:txBody>
                  <a:tcPr marL="6313" marR="6313" marT="6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313" marR="6313" marT="6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108327"/>
                  </a:ext>
                </a:extLst>
              </a:tr>
              <a:tr h="353800"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313" marR="6313" marT="63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2021</a:t>
                      </a:r>
                    </a:p>
                  </a:txBody>
                  <a:tcPr marL="6313" marR="6313" marT="63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6313" marR="6313" marT="63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16%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13%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3%</a:t>
                      </a:r>
                    </a:p>
                  </a:txBody>
                  <a:tcPr marL="6313" marR="6313" marT="6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313" marR="6313" marT="6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313" marR="6313" marT="6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037740"/>
                  </a:ext>
                </a:extLst>
              </a:tr>
              <a:tr h="353800"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313" marR="6313" marT="63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2022</a:t>
                      </a:r>
                    </a:p>
                  </a:txBody>
                  <a:tcPr marL="6313" marR="6313" marT="63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6313" marR="6313" marT="63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19%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4%</a:t>
                      </a:r>
                    </a:p>
                  </a:txBody>
                  <a:tcPr marL="6313" marR="6313" marT="6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313" marR="6313" marT="6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313" marR="6313" marT="6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313" marR="6313" marT="6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4054813"/>
                  </a:ext>
                </a:extLst>
              </a:tr>
              <a:tr h="372924"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313" marR="6313" marT="63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 marL="6313" marR="6313" marT="63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6313" marR="6313" marT="63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18%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13" marR="6313" marT="6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4%</a:t>
                      </a:r>
                    </a:p>
                  </a:txBody>
                  <a:tcPr marL="6313" marR="6313" marT="6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313" marR="6313" marT="6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313" marR="6313" marT="6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313" marR="6313" marT="6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313" marR="6313" marT="6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9355454"/>
                  </a:ext>
                </a:extLst>
              </a:tr>
              <a:tr h="37292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313" marR="6313" marT="6313" marB="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marL="6313" marR="6313" marT="6313" marB="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100%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13" marR="6313" marT="6313" marB="0" anchor="ctr">
                    <a:lnL w="1270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6%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13" marR="6313" marT="6313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313" marR="6313" marT="6313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313" marR="6313" marT="6313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313" marR="6313" marT="6313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313" marR="6313" marT="6313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313" marR="6313" marT="6313" marB="0" anchor="ctr">
                    <a:lnL w="635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466013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A9BA0D2-10D2-16BB-B7ED-295D70DFCB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6922464"/>
              </p:ext>
            </p:extLst>
          </p:nvPr>
        </p:nvGraphicFramePr>
        <p:xfrm>
          <a:off x="584201" y="565353"/>
          <a:ext cx="10983093" cy="2955428"/>
        </p:xfrm>
        <a:graphic>
          <a:graphicData uri="http://schemas.openxmlformats.org/drawingml/2006/table">
            <a:tbl>
              <a:tblPr/>
              <a:tblGrid>
                <a:gridCol w="804102">
                  <a:extLst>
                    <a:ext uri="{9D8B030D-6E8A-4147-A177-3AD203B41FA5}">
                      <a16:colId xmlns:a16="http://schemas.microsoft.com/office/drawing/2014/main" val="676566049"/>
                    </a:ext>
                  </a:extLst>
                </a:gridCol>
                <a:gridCol w="1239263">
                  <a:extLst>
                    <a:ext uri="{9D8B030D-6E8A-4147-A177-3AD203B41FA5}">
                      <a16:colId xmlns:a16="http://schemas.microsoft.com/office/drawing/2014/main" val="3117579541"/>
                    </a:ext>
                  </a:extLst>
                </a:gridCol>
                <a:gridCol w="1277104">
                  <a:extLst>
                    <a:ext uri="{9D8B030D-6E8A-4147-A177-3AD203B41FA5}">
                      <a16:colId xmlns:a16="http://schemas.microsoft.com/office/drawing/2014/main" val="837834569"/>
                    </a:ext>
                  </a:extLst>
                </a:gridCol>
                <a:gridCol w="1277104">
                  <a:extLst>
                    <a:ext uri="{9D8B030D-6E8A-4147-A177-3AD203B41FA5}">
                      <a16:colId xmlns:a16="http://schemas.microsoft.com/office/drawing/2014/main" val="2586204747"/>
                    </a:ext>
                  </a:extLst>
                </a:gridCol>
                <a:gridCol w="1277104">
                  <a:extLst>
                    <a:ext uri="{9D8B030D-6E8A-4147-A177-3AD203B41FA5}">
                      <a16:colId xmlns:a16="http://schemas.microsoft.com/office/drawing/2014/main" val="1707515381"/>
                    </a:ext>
                  </a:extLst>
                </a:gridCol>
                <a:gridCol w="1277104">
                  <a:extLst>
                    <a:ext uri="{9D8B030D-6E8A-4147-A177-3AD203B41FA5}">
                      <a16:colId xmlns:a16="http://schemas.microsoft.com/office/drawing/2014/main" val="3747126343"/>
                    </a:ext>
                  </a:extLst>
                </a:gridCol>
                <a:gridCol w="1277104">
                  <a:extLst>
                    <a:ext uri="{9D8B030D-6E8A-4147-A177-3AD203B41FA5}">
                      <a16:colId xmlns:a16="http://schemas.microsoft.com/office/drawing/2014/main" val="554342809"/>
                    </a:ext>
                  </a:extLst>
                </a:gridCol>
                <a:gridCol w="1277104">
                  <a:extLst>
                    <a:ext uri="{9D8B030D-6E8A-4147-A177-3AD203B41FA5}">
                      <a16:colId xmlns:a16="http://schemas.microsoft.com/office/drawing/2014/main" val="599085794"/>
                    </a:ext>
                  </a:extLst>
                </a:gridCol>
                <a:gridCol w="1277104">
                  <a:extLst>
                    <a:ext uri="{9D8B030D-6E8A-4147-A177-3AD203B41FA5}">
                      <a16:colId xmlns:a16="http://schemas.microsoft.com/office/drawing/2014/main" val="3104915789"/>
                    </a:ext>
                  </a:extLst>
                </a:gridCol>
              </a:tblGrid>
              <a:tr h="37915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 Cohort</a:t>
                      </a:r>
                    </a:p>
                  </a:txBody>
                  <a:tcPr marL="6313" marR="6313" marT="63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Year</a:t>
                      </a:r>
                    </a:p>
                  </a:txBody>
                  <a:tcPr marL="6313" marR="6313" marT="63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301818"/>
                  </a:ext>
                </a:extLst>
              </a:tr>
              <a:tr h="379150"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marL="6313" marR="6313" marT="63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Start Year</a:t>
                      </a:r>
                    </a:p>
                  </a:txBody>
                  <a:tcPr marL="6313" marR="6313" marT="63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13" marR="6313" marT="63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313" marR="6313" marT="6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313" marR="6313" marT="6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313" marR="6313" marT="6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313" marR="6313" marT="6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313" marR="6313" marT="6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6313" marR="6313" marT="6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197897"/>
                  </a:ext>
                </a:extLst>
              </a:tr>
              <a:tr h="359707"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313" marR="6313" marT="63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2019</a:t>
                      </a:r>
                    </a:p>
                  </a:txBody>
                  <a:tcPr marL="6313" marR="6313" marT="63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2,13,831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29,963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29,994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26,294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22,958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20,588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5,505</a:t>
                      </a:r>
                    </a:p>
                  </a:txBody>
                  <a:tcPr marL="6313" marR="6313" marT="6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7928483"/>
                  </a:ext>
                </a:extLst>
              </a:tr>
              <a:tr h="359707"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313" marR="6313" marT="63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2020</a:t>
                      </a:r>
                    </a:p>
                  </a:txBody>
                  <a:tcPr marL="6313" marR="6313" marT="63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1,89,980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43,275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30,103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25,148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21,828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5,906</a:t>
                      </a:r>
                    </a:p>
                  </a:txBody>
                  <a:tcPr marL="6313" marR="6313" marT="6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313" marR="6313" marT="6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1036213"/>
                  </a:ext>
                </a:extLst>
              </a:tr>
              <a:tr h="359707"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313" marR="6313" marT="63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2021</a:t>
                      </a:r>
                    </a:p>
                  </a:txBody>
                  <a:tcPr marL="6313" marR="6313" marT="63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2,79,272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56,100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43,535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36,548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9,453</a:t>
                      </a:r>
                    </a:p>
                  </a:txBody>
                  <a:tcPr marL="6313" marR="6313" marT="6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313" marR="6313" marT="6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313" marR="6313" marT="6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3250878"/>
                  </a:ext>
                </a:extLst>
              </a:tr>
              <a:tr h="359707"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313" marR="6313" marT="63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2022</a:t>
                      </a:r>
                    </a:p>
                  </a:txBody>
                  <a:tcPr marL="6313" marR="6313" marT="63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2,98,551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57,370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45,956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11,075</a:t>
                      </a:r>
                    </a:p>
                  </a:txBody>
                  <a:tcPr marL="6313" marR="6313" marT="6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313" marR="6313" marT="6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313" marR="6313" marT="6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313" marR="6313" marT="6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9382812"/>
                  </a:ext>
                </a:extLst>
              </a:tr>
              <a:tr h="379150"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313" marR="6313" marT="63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 marL="6313" marR="6313" marT="63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3,00,427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54,301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12,671</a:t>
                      </a:r>
                    </a:p>
                  </a:txBody>
                  <a:tcPr marL="6313" marR="6313" marT="6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313" marR="6313" marT="6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313" marR="6313" marT="6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313" marR="6313" marT="6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313" marR="6313" marT="6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8656759"/>
                  </a:ext>
                </a:extLst>
              </a:tr>
              <a:tr h="37915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313" marR="6313" marT="6313" marB="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marL="6313" marR="6313" marT="6313" marB="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3,00,171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19,091</a:t>
                      </a:r>
                    </a:p>
                  </a:txBody>
                  <a:tcPr marL="6350" marR="6350" marT="635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313" marR="6313" marT="6313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313" marR="6313" marT="6313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313" marR="6313" marT="6313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313" marR="6313" marT="6313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400" b="1" u="none" i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313" marR="6313" marT="6313" marB="0" anchor="ctr">
                    <a:lnL w="635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945709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EBFAFDF-69D5-DED3-4C25-C3D98BC5B5E0}"/>
              </a:ext>
            </a:extLst>
          </p:cNvPr>
          <p:cNvSpPr txBox="1"/>
          <p:nvPr/>
        </p:nvSpPr>
        <p:spPr>
          <a:xfrm>
            <a:off x="479461" y="104217"/>
            <a:ext cx="9259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Customer Retention Cohort</a:t>
            </a:r>
          </a:p>
        </p:txBody>
      </p:sp>
    </p:spTree>
    <p:extLst>
      <p:ext uri="{BB962C8B-B14F-4D97-AF65-F5344CB8AC3E}">
        <p14:creationId xmlns:p14="http://schemas.microsoft.com/office/powerpoint/2010/main" val="228796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4AD3B9-1CD6-A317-2D68-2D60C6D75C4D}"/>
              </a:ext>
            </a:extLst>
          </p:cNvPr>
          <p:cNvSpPr txBox="1"/>
          <p:nvPr/>
        </p:nvSpPr>
        <p:spPr>
          <a:xfrm>
            <a:off x="188858" y="30822"/>
            <a:ext cx="11889727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IN" sz="2000" b="1">
                <a:solidFill>
                  <a:srgbClr val="BF9000"/>
                </a:solidFill>
                <a:ea typeface="+mn-lt"/>
                <a:cs typeface="+mn-lt"/>
              </a:rPr>
              <a:t>Overall KPI Overview</a:t>
            </a:r>
            <a:endParaRPr lang="en-IN" sz="2000" b="1">
              <a:solidFill>
                <a:srgbClr val="BF9000"/>
              </a:solidFill>
              <a:ea typeface="Calibri"/>
              <a:cs typeface="Calibri"/>
            </a:endParaRPr>
          </a:p>
        </p:txBody>
      </p:sp>
      <p:pic>
        <p:nvPicPr>
          <p:cNvPr id="5" name="Picture 4" descr="senco_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850392"/>
            <a:ext cx="11750040" cy="566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814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8B43F8C-0884-167B-7135-6D37872EE2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5192945"/>
              </p:ext>
            </p:extLst>
          </p:nvPr>
        </p:nvGraphicFramePr>
        <p:xfrm>
          <a:off x="146728" y="928107"/>
          <a:ext cx="8647130" cy="1613076"/>
        </p:xfrm>
        <a:graphic>
          <a:graphicData uri="http://schemas.openxmlformats.org/drawingml/2006/table">
            <a:tbl>
              <a:tblPr/>
              <a:tblGrid>
                <a:gridCol w="2587330">
                  <a:extLst>
                    <a:ext uri="{9D8B030D-6E8A-4147-A177-3AD203B41FA5}">
                      <a16:colId xmlns:a16="http://schemas.microsoft.com/office/drawing/2014/main" val="2984486642"/>
                    </a:ext>
                  </a:extLst>
                </a:gridCol>
                <a:gridCol w="1514950">
                  <a:extLst>
                    <a:ext uri="{9D8B030D-6E8A-4147-A177-3AD203B41FA5}">
                      <a16:colId xmlns:a16="http://schemas.microsoft.com/office/drawing/2014/main" val="988593084"/>
                    </a:ext>
                  </a:extLst>
                </a:gridCol>
                <a:gridCol w="1514950">
                  <a:extLst>
                    <a:ext uri="{9D8B030D-6E8A-4147-A177-3AD203B41FA5}">
                      <a16:colId xmlns:a16="http://schemas.microsoft.com/office/drawing/2014/main" val="3659007620"/>
                    </a:ext>
                  </a:extLst>
                </a:gridCol>
                <a:gridCol w="1514950">
                  <a:extLst>
                    <a:ext uri="{9D8B030D-6E8A-4147-A177-3AD203B41FA5}">
                      <a16:colId xmlns:a16="http://schemas.microsoft.com/office/drawing/2014/main" val="2894610501"/>
                    </a:ext>
                  </a:extLst>
                </a:gridCol>
                <a:gridCol w="1514950">
                  <a:extLst>
                    <a:ext uri="{9D8B030D-6E8A-4147-A177-3AD203B41FA5}">
                      <a16:colId xmlns:a16="http://schemas.microsoft.com/office/drawing/2014/main" val="4283426481"/>
                    </a:ext>
                  </a:extLst>
                </a:gridCol>
              </a:tblGrid>
              <a:tr h="403269"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KPIs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Mar'25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Feb'25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Jan'25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Mar'24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154036"/>
                  </a:ext>
                </a:extLst>
              </a:tr>
              <a:tr h="403269"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Total Sales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375 Cr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498 Cr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490 Cr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301 Cr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8708225"/>
                  </a:ext>
                </a:extLst>
              </a:tr>
              <a:tr h="403269"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% Repeater Sales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3120044"/>
                  </a:ext>
                </a:extLst>
              </a:tr>
              <a:tr h="403269"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% New Customers Sales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77917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E80DF213-4602-80BC-9D79-0F03403ED0DF}"/>
              </a:ext>
            </a:extLst>
          </p:cNvPr>
          <p:cNvSpPr txBox="1"/>
          <p:nvPr/>
        </p:nvSpPr>
        <p:spPr>
          <a:xfrm>
            <a:off x="106451" y="78085"/>
            <a:ext cx="1195541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>
                <a:ln>
                  <a:noFill/>
                </a:ln>
                <a:solidFill>
                  <a:srgbClr val="BF9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Overall Sales Overview</a:t>
            </a:r>
            <a:endParaRPr lang="en-IN" sz="2000" b="1" i="0" u="none" strike="noStrike" kern="1200" cap="none" spc="0" normalizeH="0" baseline="0" noProof="0">
              <a:ln>
                <a:noFill/>
              </a:ln>
              <a:solidFill>
                <a:srgbClr val="BF9000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5AB7EF8-C5F0-663D-A200-A04EA62A10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511886"/>
              </p:ext>
            </p:extLst>
          </p:nvPr>
        </p:nvGraphicFramePr>
        <p:xfrm>
          <a:off x="146728" y="2946773"/>
          <a:ext cx="8647130" cy="1613076"/>
        </p:xfrm>
        <a:graphic>
          <a:graphicData uri="http://schemas.openxmlformats.org/drawingml/2006/table">
            <a:tbl>
              <a:tblPr/>
              <a:tblGrid>
                <a:gridCol w="2587330">
                  <a:extLst>
                    <a:ext uri="{9D8B030D-6E8A-4147-A177-3AD203B41FA5}">
                      <a16:colId xmlns:a16="http://schemas.microsoft.com/office/drawing/2014/main" val="693509846"/>
                    </a:ext>
                  </a:extLst>
                </a:gridCol>
                <a:gridCol w="1644303">
                  <a:extLst>
                    <a:ext uri="{9D8B030D-6E8A-4147-A177-3AD203B41FA5}">
                      <a16:colId xmlns:a16="http://schemas.microsoft.com/office/drawing/2014/main" val="639588796"/>
                    </a:ext>
                  </a:extLst>
                </a:gridCol>
                <a:gridCol w="1385597">
                  <a:extLst>
                    <a:ext uri="{9D8B030D-6E8A-4147-A177-3AD203B41FA5}">
                      <a16:colId xmlns:a16="http://schemas.microsoft.com/office/drawing/2014/main" val="2152275205"/>
                    </a:ext>
                  </a:extLst>
                </a:gridCol>
                <a:gridCol w="1514950">
                  <a:extLst>
                    <a:ext uri="{9D8B030D-6E8A-4147-A177-3AD203B41FA5}">
                      <a16:colId xmlns:a16="http://schemas.microsoft.com/office/drawing/2014/main" val="861377870"/>
                    </a:ext>
                  </a:extLst>
                </a:gridCol>
                <a:gridCol w="1514950">
                  <a:extLst>
                    <a:ext uri="{9D8B030D-6E8A-4147-A177-3AD203B41FA5}">
                      <a16:colId xmlns:a16="http://schemas.microsoft.com/office/drawing/2014/main" val="70482631"/>
                    </a:ext>
                  </a:extLst>
                </a:gridCol>
              </a:tblGrid>
              <a:tr h="410104"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KPIs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Mar'25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Feb'25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Jan'25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Mar'24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198541"/>
                  </a:ext>
                </a:extLst>
              </a:tr>
              <a:tr h="39643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Overall ATV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72,864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71,945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74,294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62,300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1507466"/>
                  </a:ext>
                </a:extLst>
              </a:tr>
              <a:tr h="396434"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Repeaters ATV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71,774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76,069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76,863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63,825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811357"/>
                  </a:ext>
                </a:extLst>
              </a:tr>
              <a:tr h="410104"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New Customers ATV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74,733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64,326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69,472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60,263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248956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5B2986B-ED12-6556-5D3E-01CF6FB39A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895478"/>
              </p:ext>
            </p:extLst>
          </p:nvPr>
        </p:nvGraphicFramePr>
        <p:xfrm>
          <a:off x="146728" y="4965439"/>
          <a:ext cx="8647131" cy="1613076"/>
        </p:xfrm>
        <a:graphic>
          <a:graphicData uri="http://schemas.openxmlformats.org/drawingml/2006/table">
            <a:tbl>
              <a:tblPr/>
              <a:tblGrid>
                <a:gridCol w="2553942">
                  <a:extLst>
                    <a:ext uri="{9D8B030D-6E8A-4147-A177-3AD203B41FA5}">
                      <a16:colId xmlns:a16="http://schemas.microsoft.com/office/drawing/2014/main" val="80143665"/>
                    </a:ext>
                  </a:extLst>
                </a:gridCol>
                <a:gridCol w="1573618">
                  <a:extLst>
                    <a:ext uri="{9D8B030D-6E8A-4147-A177-3AD203B41FA5}">
                      <a16:colId xmlns:a16="http://schemas.microsoft.com/office/drawing/2014/main" val="1686484154"/>
                    </a:ext>
                  </a:extLst>
                </a:gridCol>
                <a:gridCol w="1488559">
                  <a:extLst>
                    <a:ext uri="{9D8B030D-6E8A-4147-A177-3AD203B41FA5}">
                      <a16:colId xmlns:a16="http://schemas.microsoft.com/office/drawing/2014/main" val="3153892107"/>
                    </a:ext>
                  </a:extLst>
                </a:gridCol>
                <a:gridCol w="1499190">
                  <a:extLst>
                    <a:ext uri="{9D8B030D-6E8A-4147-A177-3AD203B41FA5}">
                      <a16:colId xmlns:a16="http://schemas.microsoft.com/office/drawing/2014/main" val="2211071981"/>
                    </a:ext>
                  </a:extLst>
                </a:gridCol>
                <a:gridCol w="1531822">
                  <a:extLst>
                    <a:ext uri="{9D8B030D-6E8A-4147-A177-3AD203B41FA5}">
                      <a16:colId xmlns:a16="http://schemas.microsoft.com/office/drawing/2014/main" val="2869522384"/>
                    </a:ext>
                  </a:extLst>
                </a:gridCol>
              </a:tblGrid>
              <a:tr h="329199"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KPIs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Mar'25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Feb'25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Jan'25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Mar'24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9164084"/>
                  </a:ext>
                </a:extLst>
              </a:tr>
              <a:tr h="318226"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Total Sales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375 Cr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498 Cr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490 Cr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301 Cr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028506"/>
                  </a:ext>
                </a:extLst>
              </a:tr>
              <a:tr h="318226"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% Gold Sales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83%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81%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83%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85%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3679670"/>
                  </a:ext>
                </a:extLst>
              </a:tr>
              <a:tr h="318226"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% Diamond Sales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7378343"/>
                  </a:ext>
                </a:extLst>
              </a:tr>
              <a:tr h="329199">
                <a:tc>
                  <a:txBody>
                    <a:bodyPr/>
                    <a:lstStyle/>
                    <a:p>
                      <a:pPr algn="ctr" fontAlgn="ctr"/>
                      <a:r>
                        <a:rPr sz="1400" b="1" u="none" i="0">
                          <a:solidFill>
                            <a:srgbClr val="FFFFFF"/>
                          </a:solidFill>
                          <a:latin typeface="Calibri"/>
                        </a:rPr>
                        <a:t>% Platinum Sales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874043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4E09058-4747-055A-CBA9-EBD8E3E51974}"/>
              </a:ext>
            </a:extLst>
          </p:cNvPr>
          <p:cNvSpPr txBox="1"/>
          <p:nvPr/>
        </p:nvSpPr>
        <p:spPr>
          <a:xfrm>
            <a:off x="8934100" y="924889"/>
            <a:ext cx="311927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IN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Insights:</a:t>
            </a:r>
            <a:endParaRPr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01763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E10984-5616-E33C-D335-D46EFB3442D9}"/>
              </a:ext>
            </a:extLst>
          </p:cNvPr>
          <p:cNvSpPr txBox="1"/>
          <p:nvPr/>
        </p:nvSpPr>
        <p:spPr>
          <a:xfrm>
            <a:off x="129758" y="87561"/>
            <a:ext cx="11480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>
                <a:solidFill>
                  <a:schemeClr val="accent4">
                    <a:lumMod val="75000"/>
                  </a:schemeClr>
                </a:solidFill>
              </a:rPr>
              <a:t>Last 18 months KPI trends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F5605F-108B-BDB0-3469-B4F7BEC4D10A}"/>
              </a:ext>
            </a:extLst>
          </p:cNvPr>
          <p:cNvSpPr txBox="1"/>
          <p:nvPr/>
        </p:nvSpPr>
        <p:spPr>
          <a:xfrm>
            <a:off x="129757" y="5431176"/>
            <a:ext cx="11911553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dirty="0"/>
              <a:t>Insights</a:t>
            </a:r>
          </a:p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D9FE2A-2E34-BBDE-A62B-8F9640E8AB21}"/>
              </a:ext>
            </a:extLst>
          </p:cNvPr>
          <p:cNvSpPr/>
          <p:nvPr/>
        </p:nvSpPr>
        <p:spPr>
          <a:xfrm>
            <a:off x="134926" y="486342"/>
            <a:ext cx="11792475" cy="4947745"/>
          </a:xfrm>
          <a:prstGeom prst="rect">
            <a:avLst/>
          </a:prstGeom>
          <a:solidFill>
            <a:srgbClr val="333F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696C9B9-2E08-9A9F-FAC7-708F584DBC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2170526"/>
              </p:ext>
            </p:extLst>
          </p:nvPr>
        </p:nvGraphicFramePr>
        <p:xfrm>
          <a:off x="261937" y="4181475"/>
          <a:ext cx="11496675" cy="1143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81125">
                  <a:extLst>
                    <a:ext uri="{9D8B030D-6E8A-4147-A177-3AD203B41FA5}">
                      <a16:colId xmlns:a16="http://schemas.microsoft.com/office/drawing/2014/main" val="1840369465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115286441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2163579487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3501310193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4280368489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598475754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3694241615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1722645228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3263246686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149099140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2231021706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1884134918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3467219378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1878559948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3580084366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2103607671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653888827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1446251778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2751734039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Months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Oct-23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Nov-23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Dec-23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Jan-24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Feb-24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Mar-24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Apr-24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May-24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Jun-24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Jul-24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Aug-24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Sep-24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Oct-24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Nov-24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Dec-24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Jan-25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Feb-25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Mar-25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52775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% Repeat Sales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61%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69%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63%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66%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66%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59%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70%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71%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64%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66%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67%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68%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73%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64%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65%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67%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69%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62%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01639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% New Customers Sales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39%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31%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37%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34%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34%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41%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30%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29%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36%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34%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33%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32%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27%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36%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35%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33%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31%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38%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458292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New Customers ATV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62,269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53,836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58,827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58,804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56,415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60,263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67,933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66,980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71,786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75,638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73,410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68,806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62,130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68,944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71,359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69,472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64,326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74,733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880242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Repeaters ATV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68,365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69,598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61,010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68,233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64,421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63,825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81,240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82,110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76,030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81,617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80,184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75,408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83,456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73,330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74,585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76,863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76,069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</a:pPr>
                      <a:r>
                        <a:rPr sz="1100">
                          <a:solidFill>
                            <a:srgbClr val="D0CECE"/>
                          </a:solidFill>
                          <a:latin typeface="Calibri"/>
                        </a:rPr>
                        <a:t>71,774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0948318"/>
                  </a:ext>
                </a:extLst>
              </a:tr>
            </a:tbl>
          </a:graphicData>
        </a:graphic>
      </p:graphicFrame>
      <p:pic>
        <p:nvPicPr>
          <p:cNvPr id="14" name="Picture 13" descr="senco_i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594360"/>
            <a:ext cx="11009376" cy="356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290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5C579B2-FF9B-1E17-4970-45BDEBFF74C5}"/>
              </a:ext>
            </a:extLst>
          </p:cNvPr>
          <p:cNvSpPr txBox="1"/>
          <p:nvPr/>
        </p:nvSpPr>
        <p:spPr>
          <a:xfrm>
            <a:off x="133563" y="107822"/>
            <a:ext cx="11918023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>
                <a:ln>
                  <a:noFill/>
                </a:ln>
                <a:solidFill>
                  <a:srgbClr val="BF9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Yearly Data comparison</a:t>
            </a:r>
            <a:endParaRPr lang="en-IN" sz="2000" b="1" i="0" u="none" strike="noStrike" kern="1200" cap="none" spc="0" normalizeH="0" baseline="0" noProof="0">
              <a:ln>
                <a:noFill/>
              </a:ln>
              <a:solidFill>
                <a:srgbClr val="BF9000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E49602-D38C-B28C-2D0E-1332F1B887CC}"/>
              </a:ext>
            </a:extLst>
          </p:cNvPr>
          <p:cNvSpPr txBox="1"/>
          <p:nvPr/>
        </p:nvSpPr>
        <p:spPr>
          <a:xfrm>
            <a:off x="8505475" y="505789"/>
            <a:ext cx="355742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IN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Insights:</a:t>
            </a:r>
            <a:endParaRPr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pic>
        <p:nvPicPr>
          <p:cNvPr id="6" name="Picture 5" descr="senco_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530352"/>
            <a:ext cx="8412480" cy="576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167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20ED6E7-4912-4D85-A837-C4ED793ACC82}"/>
              </a:ext>
            </a:extLst>
          </p:cNvPr>
          <p:cNvSpPr/>
          <p:nvPr/>
        </p:nvSpPr>
        <p:spPr>
          <a:xfrm>
            <a:off x="0" y="13884"/>
            <a:ext cx="12192000" cy="6864664"/>
          </a:xfrm>
          <a:prstGeom prst="rect">
            <a:avLst/>
          </a:prstGeom>
          <a:solidFill>
            <a:schemeClr val="accent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51C71C4-CCA6-476C-9CF1-C42374DC2878}"/>
              </a:ext>
            </a:extLst>
          </p:cNvPr>
          <p:cNvSpPr/>
          <p:nvPr/>
        </p:nvSpPr>
        <p:spPr>
          <a:xfrm>
            <a:off x="2867286" y="4666251"/>
            <a:ext cx="6251944" cy="9144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Banding &amp; Bill Banding Analysis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9964A7-6C83-41B1-B753-DD8FBF6E67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8280" y="407348"/>
            <a:ext cx="6729956" cy="2798967"/>
          </a:xfrm>
          <a:prstGeom prst="rect">
            <a:avLst/>
          </a:prstGeom>
        </p:spPr>
      </p:pic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EF96D378-8F89-DB39-58FE-2F24F4A0F1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3369545"/>
            <a:ext cx="3810000" cy="11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523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A86BBF1-6D74-5EE7-EFA9-B0064424B487}"/>
              </a:ext>
            </a:extLst>
          </p:cNvPr>
          <p:cNvSpPr txBox="1"/>
          <p:nvPr/>
        </p:nvSpPr>
        <p:spPr>
          <a:xfrm>
            <a:off x="8172100" y="905839"/>
            <a:ext cx="378602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IN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Insights:</a:t>
            </a:r>
            <a:endParaRPr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1D61EE-D027-7D78-CF94-15AD198B5302}"/>
              </a:ext>
            </a:extLst>
          </p:cNvPr>
          <p:cNvSpPr txBox="1"/>
          <p:nvPr/>
        </p:nvSpPr>
        <p:spPr>
          <a:xfrm>
            <a:off x="233873" y="211150"/>
            <a:ext cx="1161223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000" b="1" u="none" i="0">
                <a:solidFill>
                  <a:srgbClr val="BF9000"/>
                </a:solidFill>
                <a:latin typeface="Calibri"/>
              </a:rPr>
              <a:t>Weekday &amp; Weekend Analysis-Mar'25</a:t>
            </a:r>
            <a:endParaRPr lang="en-IN" sz="2000" b="1" i="0" u="none" strike="noStrike" kern="1200" cap="none" spc="0" normalizeH="0" baseline="0" noProof="0">
              <a:ln>
                <a:noFill/>
              </a:ln>
              <a:solidFill>
                <a:srgbClr val="BF9000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10C45CA-CCB8-837E-4949-7310E8D3FA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3362950"/>
              </p:ext>
            </p:extLst>
          </p:nvPr>
        </p:nvGraphicFramePr>
        <p:xfrm>
          <a:off x="233873" y="3982391"/>
          <a:ext cx="7795870" cy="2664459"/>
        </p:xfrm>
        <a:graphic>
          <a:graphicData uri="http://schemas.openxmlformats.org/drawingml/2006/table">
            <a:tbl>
              <a:tblPr/>
              <a:tblGrid>
                <a:gridCol w="1676718">
                  <a:extLst>
                    <a:ext uri="{9D8B030D-6E8A-4147-A177-3AD203B41FA5}">
                      <a16:colId xmlns:a16="http://schemas.microsoft.com/office/drawing/2014/main" val="1594408744"/>
                    </a:ext>
                  </a:extLst>
                </a:gridCol>
                <a:gridCol w="1866860">
                  <a:extLst>
                    <a:ext uri="{9D8B030D-6E8A-4147-A177-3AD203B41FA5}">
                      <a16:colId xmlns:a16="http://schemas.microsoft.com/office/drawing/2014/main" val="1496610607"/>
                    </a:ext>
                  </a:extLst>
                </a:gridCol>
                <a:gridCol w="1434717">
                  <a:extLst>
                    <a:ext uri="{9D8B030D-6E8A-4147-A177-3AD203B41FA5}">
                      <a16:colId xmlns:a16="http://schemas.microsoft.com/office/drawing/2014/main" val="213449116"/>
                    </a:ext>
                  </a:extLst>
                </a:gridCol>
                <a:gridCol w="1469288">
                  <a:extLst>
                    <a:ext uri="{9D8B030D-6E8A-4147-A177-3AD203B41FA5}">
                      <a16:colId xmlns:a16="http://schemas.microsoft.com/office/drawing/2014/main" val="2721139973"/>
                    </a:ext>
                  </a:extLst>
                </a:gridCol>
                <a:gridCol w="1348287">
                  <a:extLst>
                    <a:ext uri="{9D8B030D-6E8A-4147-A177-3AD203B41FA5}">
                      <a16:colId xmlns:a16="http://schemas.microsoft.com/office/drawing/2014/main" val="2344548948"/>
                    </a:ext>
                  </a:extLst>
                </a:gridCol>
              </a:tblGrid>
              <a:tr h="302779">
                <a:tc gridSpan="5"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For the month of Feb'25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275832"/>
                  </a:ext>
                </a:extLst>
              </a:tr>
              <a:tr h="30277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 err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DayoftheWeek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Loyalty Sales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Loyalty Bills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% Total Sales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% Total Bills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712141"/>
                  </a:ext>
                </a:extLst>
              </a:tr>
              <a:tr h="29268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Monday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64,20,76,741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8,557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511506"/>
                  </a:ext>
                </a:extLst>
              </a:tr>
              <a:tr h="29268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Tuesday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55,80,87,546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8,006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706567"/>
                  </a:ext>
                </a:extLst>
              </a:tr>
              <a:tr h="29268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Wednesday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57,52,18,157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8,550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D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109184"/>
                  </a:ext>
                </a:extLst>
              </a:tr>
              <a:tr h="29268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Thursday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53,68,85,858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7,581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413753"/>
                  </a:ext>
                </a:extLst>
              </a:tr>
              <a:tr h="29268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Friday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85,86,65,370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12,139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CE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94769"/>
                  </a:ext>
                </a:extLst>
              </a:tr>
              <a:tr h="29268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Saturday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86,92,15,427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11,730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CE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C6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7884541"/>
                  </a:ext>
                </a:extLst>
              </a:tr>
              <a:tr h="30277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Sunday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94,25,32,863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12,694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59789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D78F975-8F59-4E32-0583-8C8E08ECB8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8637553"/>
              </p:ext>
            </p:extLst>
          </p:nvPr>
        </p:nvGraphicFramePr>
        <p:xfrm>
          <a:off x="233872" y="905838"/>
          <a:ext cx="7795869" cy="2664459"/>
        </p:xfrm>
        <a:graphic>
          <a:graphicData uri="http://schemas.openxmlformats.org/drawingml/2006/table">
            <a:tbl>
              <a:tblPr/>
              <a:tblGrid>
                <a:gridCol w="2140668">
                  <a:extLst>
                    <a:ext uri="{9D8B030D-6E8A-4147-A177-3AD203B41FA5}">
                      <a16:colId xmlns:a16="http://schemas.microsoft.com/office/drawing/2014/main" val="984306803"/>
                    </a:ext>
                  </a:extLst>
                </a:gridCol>
                <a:gridCol w="1725316">
                  <a:extLst>
                    <a:ext uri="{9D8B030D-6E8A-4147-A177-3AD203B41FA5}">
                      <a16:colId xmlns:a16="http://schemas.microsoft.com/office/drawing/2014/main" val="3837300194"/>
                    </a:ext>
                  </a:extLst>
                </a:gridCol>
                <a:gridCol w="1325937">
                  <a:extLst>
                    <a:ext uri="{9D8B030D-6E8A-4147-A177-3AD203B41FA5}">
                      <a16:colId xmlns:a16="http://schemas.microsoft.com/office/drawing/2014/main" val="2106122971"/>
                    </a:ext>
                  </a:extLst>
                </a:gridCol>
                <a:gridCol w="1357887">
                  <a:extLst>
                    <a:ext uri="{9D8B030D-6E8A-4147-A177-3AD203B41FA5}">
                      <a16:colId xmlns:a16="http://schemas.microsoft.com/office/drawing/2014/main" val="631557025"/>
                    </a:ext>
                  </a:extLst>
                </a:gridCol>
                <a:gridCol w="1246061">
                  <a:extLst>
                    <a:ext uri="{9D8B030D-6E8A-4147-A177-3AD203B41FA5}">
                      <a16:colId xmlns:a16="http://schemas.microsoft.com/office/drawing/2014/main" val="2943578940"/>
                    </a:ext>
                  </a:extLst>
                </a:gridCol>
              </a:tblGrid>
              <a:tr h="302779">
                <a:tc gridSpan="5"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For the month of Mar'25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014906"/>
                  </a:ext>
                </a:extLst>
              </a:tr>
              <a:tr h="30277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DayoftheWeek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Loyalty Sales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Loyalty Bills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% Total Sales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% Total Bills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4389643"/>
                  </a:ext>
                </a:extLst>
              </a:tr>
              <a:tr h="29268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Monday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55,17,92,402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7,886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59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3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463960"/>
                  </a:ext>
                </a:extLst>
              </a:tr>
              <a:tr h="29268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Tuesday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36,56,50,018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5,352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95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95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0777491"/>
                  </a:ext>
                </a:extLst>
              </a:tr>
              <a:tr h="29268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Wednesday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46,39,99,410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6,190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706489"/>
                  </a:ext>
                </a:extLst>
              </a:tr>
              <a:tr h="29268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Thursday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35,01,01,214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4,838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8690852"/>
                  </a:ext>
                </a:extLst>
              </a:tr>
              <a:tr h="29268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Friday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34,97,29,727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4,834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3087810"/>
                  </a:ext>
                </a:extLst>
              </a:tr>
              <a:tr h="29268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Saturday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73,13,72,468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10,063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D5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CE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852421"/>
                  </a:ext>
                </a:extLst>
              </a:tr>
              <a:tr h="30277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Sunday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94,12,26,127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12,356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474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3446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41BE0FB-754C-9810-6469-4477A22065FC}"/>
              </a:ext>
            </a:extLst>
          </p:cNvPr>
          <p:cNvSpPr txBox="1"/>
          <p:nvPr/>
        </p:nvSpPr>
        <p:spPr>
          <a:xfrm>
            <a:off x="154504" y="132216"/>
            <a:ext cx="1064160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>
                <a:ln>
                  <a:noFill/>
                </a:ln>
                <a:solidFill>
                  <a:srgbClr val="BF9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Overall Bill Banding Analysis</a:t>
            </a:r>
            <a:endParaRPr lang="en-IN" sz="2000" b="1" i="0" u="none" strike="noStrike" kern="1200" cap="none" spc="0" normalizeH="0" baseline="0" noProof="0">
              <a:ln>
                <a:noFill/>
              </a:ln>
              <a:solidFill>
                <a:srgbClr val="BF9000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5AAA12-0560-2AC6-CF2D-0A185D8CFA0C}"/>
              </a:ext>
            </a:extLst>
          </p:cNvPr>
          <p:cNvSpPr txBox="1"/>
          <p:nvPr/>
        </p:nvSpPr>
        <p:spPr>
          <a:xfrm>
            <a:off x="8280971" y="648586"/>
            <a:ext cx="3400746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IN">
                <a:solidFill>
                  <a:prstClr val="black"/>
                </a:solidFill>
                <a:latin typeface="Calibri" panose="020F0502020204030204"/>
              </a:rPr>
              <a:t>Insights:</a:t>
            </a:r>
            <a:endParaRPr lang="en-US">
              <a:ea typeface="+mn-ea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F7F35D1-70AE-9035-1970-9361FDDBD0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36492"/>
              </p:ext>
            </p:extLst>
          </p:nvPr>
        </p:nvGraphicFramePr>
        <p:xfrm>
          <a:off x="154504" y="3721395"/>
          <a:ext cx="7972355" cy="2810655"/>
        </p:xfrm>
        <a:graphic>
          <a:graphicData uri="http://schemas.openxmlformats.org/drawingml/2006/table">
            <a:tbl>
              <a:tblPr/>
              <a:tblGrid>
                <a:gridCol w="1677480">
                  <a:extLst>
                    <a:ext uri="{9D8B030D-6E8A-4147-A177-3AD203B41FA5}">
                      <a16:colId xmlns:a16="http://schemas.microsoft.com/office/drawing/2014/main" val="1033791332"/>
                    </a:ext>
                  </a:extLst>
                </a:gridCol>
                <a:gridCol w="1746655">
                  <a:extLst>
                    <a:ext uri="{9D8B030D-6E8A-4147-A177-3AD203B41FA5}">
                      <a16:colId xmlns:a16="http://schemas.microsoft.com/office/drawing/2014/main" val="3791155892"/>
                    </a:ext>
                  </a:extLst>
                </a:gridCol>
                <a:gridCol w="1314315">
                  <a:extLst>
                    <a:ext uri="{9D8B030D-6E8A-4147-A177-3AD203B41FA5}">
                      <a16:colId xmlns:a16="http://schemas.microsoft.com/office/drawing/2014/main" val="3075664259"/>
                    </a:ext>
                  </a:extLst>
                </a:gridCol>
                <a:gridCol w="1677480">
                  <a:extLst>
                    <a:ext uri="{9D8B030D-6E8A-4147-A177-3AD203B41FA5}">
                      <a16:colId xmlns:a16="http://schemas.microsoft.com/office/drawing/2014/main" val="101876693"/>
                    </a:ext>
                  </a:extLst>
                </a:gridCol>
                <a:gridCol w="1556425">
                  <a:extLst>
                    <a:ext uri="{9D8B030D-6E8A-4147-A177-3AD203B41FA5}">
                      <a16:colId xmlns:a16="http://schemas.microsoft.com/office/drawing/2014/main" val="4002587068"/>
                    </a:ext>
                  </a:extLst>
                </a:gridCol>
              </a:tblGrid>
              <a:tr h="476382">
                <a:tc gridSpan="5"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For the month of Feb'25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796540"/>
                  </a:ext>
                </a:extLst>
              </a:tr>
              <a:tr h="47638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Bill Band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Loyalty Sales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Loyalty Bills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% Loyalty Sales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% Loyalty Bills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195979"/>
                  </a:ext>
                </a:extLst>
              </a:tr>
              <a:tr h="4605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0-25k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24,10,74,962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28,759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41.5%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772924"/>
                  </a:ext>
                </a:extLst>
              </a:tr>
              <a:tr h="4605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25k-50k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46,20,55,676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12,732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9.3%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E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18.4%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4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281427"/>
                  </a:ext>
                </a:extLst>
              </a:tr>
              <a:tr h="4605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50k-1lac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89,00,69,667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12,387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17.9%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17.9%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050244"/>
                  </a:ext>
                </a:extLst>
              </a:tr>
              <a:tr h="47638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&gt;1lac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3,38,94,81,657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15,379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68.0%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22.2%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425765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ABC5458-EC65-E74A-45D0-E306432B97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1288355"/>
              </p:ext>
            </p:extLst>
          </p:nvPr>
        </p:nvGraphicFramePr>
        <p:xfrm>
          <a:off x="154504" y="648586"/>
          <a:ext cx="7972355" cy="2810655"/>
        </p:xfrm>
        <a:graphic>
          <a:graphicData uri="http://schemas.openxmlformats.org/drawingml/2006/table">
            <a:tbl>
              <a:tblPr/>
              <a:tblGrid>
                <a:gridCol w="1677480">
                  <a:extLst>
                    <a:ext uri="{9D8B030D-6E8A-4147-A177-3AD203B41FA5}">
                      <a16:colId xmlns:a16="http://schemas.microsoft.com/office/drawing/2014/main" val="2578200849"/>
                    </a:ext>
                  </a:extLst>
                </a:gridCol>
                <a:gridCol w="1746655">
                  <a:extLst>
                    <a:ext uri="{9D8B030D-6E8A-4147-A177-3AD203B41FA5}">
                      <a16:colId xmlns:a16="http://schemas.microsoft.com/office/drawing/2014/main" val="2823884510"/>
                    </a:ext>
                  </a:extLst>
                </a:gridCol>
                <a:gridCol w="1314315">
                  <a:extLst>
                    <a:ext uri="{9D8B030D-6E8A-4147-A177-3AD203B41FA5}">
                      <a16:colId xmlns:a16="http://schemas.microsoft.com/office/drawing/2014/main" val="609174323"/>
                    </a:ext>
                  </a:extLst>
                </a:gridCol>
                <a:gridCol w="1677480">
                  <a:extLst>
                    <a:ext uri="{9D8B030D-6E8A-4147-A177-3AD203B41FA5}">
                      <a16:colId xmlns:a16="http://schemas.microsoft.com/office/drawing/2014/main" val="1112620740"/>
                    </a:ext>
                  </a:extLst>
                </a:gridCol>
                <a:gridCol w="1556425">
                  <a:extLst>
                    <a:ext uri="{9D8B030D-6E8A-4147-A177-3AD203B41FA5}">
                      <a16:colId xmlns:a16="http://schemas.microsoft.com/office/drawing/2014/main" val="726859799"/>
                    </a:ext>
                  </a:extLst>
                </a:gridCol>
              </a:tblGrid>
              <a:tr h="476382">
                <a:tc gridSpan="5"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For the month of Mar'25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5079348"/>
                  </a:ext>
                </a:extLst>
              </a:tr>
              <a:tr h="47638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Bill Band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Loyalty Sales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Loyalty Bills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% Loyalty Sales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% Loyalty Bills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849587"/>
                  </a:ext>
                </a:extLst>
              </a:tr>
              <a:tr h="4605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0-25k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17,73,52,777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20,651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4.7%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40.1%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547326"/>
                  </a:ext>
                </a:extLst>
              </a:tr>
              <a:tr h="4605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25k-50k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34,36,69,554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9,405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9.2%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C8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18.3%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9566272"/>
                  </a:ext>
                </a:extLst>
              </a:tr>
              <a:tr h="4605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50k-1lac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68,71,28,791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9,520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18.3%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18.5%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3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8626444"/>
                  </a:ext>
                </a:extLst>
              </a:tr>
              <a:tr h="47638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&gt;1lac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2,54,57,20,244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11,943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67.8%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23.2%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A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437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2775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2665848-A7CB-F06E-31DD-820E43F91055}"/>
              </a:ext>
            </a:extLst>
          </p:cNvPr>
          <p:cNvSpPr txBox="1"/>
          <p:nvPr/>
        </p:nvSpPr>
        <p:spPr>
          <a:xfrm>
            <a:off x="226423" y="129683"/>
            <a:ext cx="11845712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sz="2000" b="1">
                <a:solidFill>
                  <a:srgbClr val="BF9000"/>
                </a:solidFill>
              </a:rPr>
              <a:t>Overall Bill Banding Analysis - Mar'25</a:t>
            </a:r>
            <a:endParaRPr lang="en-IN" sz="2000" b="1">
              <a:solidFill>
                <a:srgbClr val="BF9000"/>
              </a:solidFill>
              <a:ea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70F7BB-9621-EDDB-92BA-158DBB663E20}"/>
              </a:ext>
            </a:extLst>
          </p:cNvPr>
          <p:cNvSpPr txBox="1"/>
          <p:nvPr/>
        </p:nvSpPr>
        <p:spPr>
          <a:xfrm>
            <a:off x="9021245" y="837569"/>
            <a:ext cx="317075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/>
              <a:t>Insights:</a:t>
            </a:r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AD058FB-DD9C-0981-F28C-21A1D9DF32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7305774"/>
              </p:ext>
            </p:extLst>
          </p:nvPr>
        </p:nvGraphicFramePr>
        <p:xfrm>
          <a:off x="226422" y="837568"/>
          <a:ext cx="8674958" cy="5637664"/>
        </p:xfrm>
        <a:graphic>
          <a:graphicData uri="http://schemas.openxmlformats.org/drawingml/2006/table">
            <a:tbl>
              <a:tblPr/>
              <a:tblGrid>
                <a:gridCol w="1658448">
                  <a:extLst>
                    <a:ext uri="{9D8B030D-6E8A-4147-A177-3AD203B41FA5}">
                      <a16:colId xmlns:a16="http://schemas.microsoft.com/office/drawing/2014/main" val="504934373"/>
                    </a:ext>
                  </a:extLst>
                </a:gridCol>
                <a:gridCol w="2168739">
                  <a:extLst>
                    <a:ext uri="{9D8B030D-6E8A-4147-A177-3AD203B41FA5}">
                      <a16:colId xmlns:a16="http://schemas.microsoft.com/office/drawing/2014/main" val="2783207092"/>
                    </a:ext>
                  </a:extLst>
                </a:gridCol>
                <a:gridCol w="1403302">
                  <a:extLst>
                    <a:ext uri="{9D8B030D-6E8A-4147-A177-3AD203B41FA5}">
                      <a16:colId xmlns:a16="http://schemas.microsoft.com/office/drawing/2014/main" val="2884067238"/>
                    </a:ext>
                  </a:extLst>
                </a:gridCol>
                <a:gridCol w="1786021">
                  <a:extLst>
                    <a:ext uri="{9D8B030D-6E8A-4147-A177-3AD203B41FA5}">
                      <a16:colId xmlns:a16="http://schemas.microsoft.com/office/drawing/2014/main" val="3290026248"/>
                    </a:ext>
                  </a:extLst>
                </a:gridCol>
                <a:gridCol w="1658448">
                  <a:extLst>
                    <a:ext uri="{9D8B030D-6E8A-4147-A177-3AD203B41FA5}">
                      <a16:colId xmlns:a16="http://schemas.microsoft.com/office/drawing/2014/main" val="2037997835"/>
                    </a:ext>
                  </a:extLst>
                </a:gridCol>
              </a:tblGrid>
              <a:tr h="321539">
                <a:tc gridSpan="5"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For the month of Mar'25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005138"/>
                  </a:ext>
                </a:extLst>
              </a:tr>
              <a:tr h="32153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Bill Band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Loyalty Sales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Loyalty Bills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% Loyalty Sales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% Loyalty Bills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089448"/>
                  </a:ext>
                </a:extLst>
              </a:tr>
              <a:tr h="31082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0-5k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1,89,93,714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9,602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0.5%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18.6%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881592"/>
                  </a:ext>
                </a:extLst>
              </a:tr>
              <a:tr h="31082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5k-10k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2,49,30,451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3,341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0.7%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0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880343"/>
                  </a:ext>
                </a:extLst>
              </a:tr>
              <a:tr h="31082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10k-15k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3,35,34,198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2,713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0.9%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97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981176"/>
                  </a:ext>
                </a:extLst>
              </a:tr>
              <a:tr h="32153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15k-20k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4,53,55,308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2,576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47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1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74742"/>
                  </a:ext>
                </a:extLst>
              </a:tr>
              <a:tr h="31082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20k-25k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5,45,39,106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2,419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90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9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975670"/>
                  </a:ext>
                </a:extLst>
              </a:tr>
              <a:tr h="31082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25k-30k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6,37,11,605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2,322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9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2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3366481"/>
                  </a:ext>
                </a:extLst>
              </a:tr>
              <a:tr h="31082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30k-40k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13,32,71,050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3,819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4A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1415522"/>
                  </a:ext>
                </a:extLst>
              </a:tr>
              <a:tr h="31082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40k-50k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14,66,86,899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3,264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898700"/>
                  </a:ext>
                </a:extLst>
              </a:tr>
              <a:tr h="31082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50k-60k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14,76,44,370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2,688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6303147"/>
                  </a:ext>
                </a:extLst>
              </a:tr>
              <a:tr h="31082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60k-75k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19,78,00,020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2,946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BA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345329"/>
                  </a:ext>
                </a:extLst>
              </a:tr>
              <a:tr h="31082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75k-1lac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34,16,84,401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3,886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9.1%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B9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9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7938828"/>
                  </a:ext>
                </a:extLst>
              </a:tr>
              <a:tr h="31082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1-1.5lac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60,50,13,680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4,953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16.1%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9.6%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36143"/>
                  </a:ext>
                </a:extLst>
              </a:tr>
              <a:tr h="31082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1.5-2lac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51,02,60,360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2,927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13.6%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C8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317144"/>
                  </a:ext>
                </a:extLst>
              </a:tr>
              <a:tr h="31082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2-3lac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54,69,23,456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2,253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14.6%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C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F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862042"/>
                  </a:ext>
                </a:extLst>
              </a:tr>
              <a:tr h="31082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3-5lac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49,19,69,300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1,300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13.1%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CA8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95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3561487"/>
                  </a:ext>
                </a:extLst>
              </a:tr>
              <a:tr h="32153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&gt;5Lac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39,15,53,448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10.4%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D5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45333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52886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2665848-A7CB-F06E-31DD-820E43F91055}"/>
              </a:ext>
            </a:extLst>
          </p:cNvPr>
          <p:cNvSpPr txBox="1"/>
          <p:nvPr/>
        </p:nvSpPr>
        <p:spPr>
          <a:xfrm>
            <a:off x="226423" y="129683"/>
            <a:ext cx="11845712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000" b="1" u="none" i="0">
                <a:solidFill>
                  <a:srgbClr val="BF9000"/>
                </a:solidFill>
                <a:latin typeface="Calibri"/>
              </a:rPr>
              <a:t>Overall Bill Banding Analysis - Feb'25</a:t>
            </a:r>
            <a:endParaRPr lang="en-IN" sz="2000" b="1" i="0" u="none" strike="noStrike" kern="1200" cap="none" spc="0" normalizeH="0" baseline="0" noProof="0">
              <a:ln>
                <a:noFill/>
              </a:ln>
              <a:solidFill>
                <a:srgbClr val="BF9000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70F7BB-9621-EDDB-92BA-158DBB663E20}"/>
              </a:ext>
            </a:extLst>
          </p:cNvPr>
          <p:cNvSpPr txBox="1"/>
          <p:nvPr/>
        </p:nvSpPr>
        <p:spPr>
          <a:xfrm>
            <a:off x="9021245" y="837569"/>
            <a:ext cx="317075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IN">
                <a:solidFill>
                  <a:prstClr val="black"/>
                </a:solidFill>
                <a:latin typeface="Calibri" panose="020F0502020204030204"/>
              </a:rPr>
              <a:t>Insights:</a:t>
            </a:r>
            <a:endParaRPr lang="en-US">
              <a:ea typeface="+mn-ea"/>
              <a:cs typeface="+mn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B82EEB8-2AC3-C4D7-860F-C1AFCA5E26A5}"/>
              </a:ext>
            </a:extLst>
          </p:cNvPr>
          <p:cNvGraphicFramePr>
            <a:graphicFrameLocks noGrp="1"/>
          </p:cNvGraphicFramePr>
          <p:nvPr/>
        </p:nvGraphicFramePr>
        <p:xfrm>
          <a:off x="226422" y="837569"/>
          <a:ext cx="8674958" cy="5765252"/>
        </p:xfrm>
        <a:graphic>
          <a:graphicData uri="http://schemas.openxmlformats.org/drawingml/2006/table">
            <a:tbl>
              <a:tblPr/>
              <a:tblGrid>
                <a:gridCol w="1658448">
                  <a:extLst>
                    <a:ext uri="{9D8B030D-6E8A-4147-A177-3AD203B41FA5}">
                      <a16:colId xmlns:a16="http://schemas.microsoft.com/office/drawing/2014/main" val="3088475170"/>
                    </a:ext>
                  </a:extLst>
                </a:gridCol>
                <a:gridCol w="2168739">
                  <a:extLst>
                    <a:ext uri="{9D8B030D-6E8A-4147-A177-3AD203B41FA5}">
                      <a16:colId xmlns:a16="http://schemas.microsoft.com/office/drawing/2014/main" val="1439934975"/>
                    </a:ext>
                  </a:extLst>
                </a:gridCol>
                <a:gridCol w="1403302">
                  <a:extLst>
                    <a:ext uri="{9D8B030D-6E8A-4147-A177-3AD203B41FA5}">
                      <a16:colId xmlns:a16="http://schemas.microsoft.com/office/drawing/2014/main" val="2876152731"/>
                    </a:ext>
                  </a:extLst>
                </a:gridCol>
                <a:gridCol w="1786021">
                  <a:extLst>
                    <a:ext uri="{9D8B030D-6E8A-4147-A177-3AD203B41FA5}">
                      <a16:colId xmlns:a16="http://schemas.microsoft.com/office/drawing/2014/main" val="1189753894"/>
                    </a:ext>
                  </a:extLst>
                </a:gridCol>
                <a:gridCol w="1658448">
                  <a:extLst>
                    <a:ext uri="{9D8B030D-6E8A-4147-A177-3AD203B41FA5}">
                      <a16:colId xmlns:a16="http://schemas.microsoft.com/office/drawing/2014/main" val="2490568437"/>
                    </a:ext>
                  </a:extLst>
                </a:gridCol>
              </a:tblGrid>
              <a:tr h="328817">
                <a:tc gridSpan="5"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For the month of Feb'25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4622345"/>
                  </a:ext>
                </a:extLst>
              </a:tr>
              <a:tr h="32881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Bill Band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Loyalty Sales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Loyalty Bills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% Loyalty Sales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% Loyalty Bills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9789710"/>
                  </a:ext>
                </a:extLst>
              </a:tr>
              <a:tr h="31785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0-5k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2,74,94,912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14,088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0.6%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20.3%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2525008"/>
                  </a:ext>
                </a:extLst>
              </a:tr>
              <a:tr h="31785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5k-10k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3,10,76,261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4,200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0.6%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534178"/>
                  </a:ext>
                </a:extLst>
              </a:tr>
              <a:tr h="31785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10k-15k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4,42,29,190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3,563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0.9%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4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056200"/>
                  </a:ext>
                </a:extLst>
              </a:tr>
              <a:tr h="32881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15k-20k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6,23,15,844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3,541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57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736818"/>
                  </a:ext>
                </a:extLst>
              </a:tr>
              <a:tr h="31785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20k-25k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7,59,58,755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3,367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1.5%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6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693981"/>
                  </a:ext>
                </a:extLst>
              </a:tr>
              <a:tr h="31785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25k-30k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8,91,56,345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3,247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B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0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186059"/>
                  </a:ext>
                </a:extLst>
              </a:tr>
              <a:tr h="31785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30k-40k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18,28,91,822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5,257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3.7%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A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179851"/>
                  </a:ext>
                </a:extLst>
              </a:tr>
              <a:tr h="31785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40k-50k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19,00,07,509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4,228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3225468"/>
                  </a:ext>
                </a:extLst>
              </a:tr>
              <a:tr h="31785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50k-60k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19,45,70,067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3,542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3.9%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6604990"/>
                  </a:ext>
                </a:extLst>
              </a:tr>
              <a:tr h="31785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60k-75k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25,75,45,816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3,837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AA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2953747"/>
                  </a:ext>
                </a:extLst>
              </a:tr>
              <a:tr h="31785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75k-1lac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43,79,53,784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5,008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8.8%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A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A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200757"/>
                  </a:ext>
                </a:extLst>
              </a:tr>
              <a:tr h="31785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1-1.5lac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75,38,42,831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6,170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15.1%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8.9%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4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0928491"/>
                  </a:ext>
                </a:extLst>
              </a:tr>
              <a:tr h="31785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1.5-2lac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64,17,23,551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3,693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12.9%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C8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8723470"/>
                  </a:ext>
                </a:extLst>
              </a:tr>
              <a:tr h="31785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2-3lac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71,24,13,221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2,943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14.3%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F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097627"/>
                  </a:ext>
                </a:extLst>
              </a:tr>
              <a:tr h="31785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3-5lac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66,23,03,550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1,760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13.3%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C6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94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054397"/>
                  </a:ext>
                </a:extLst>
              </a:tr>
              <a:tr h="32881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&gt;5Lac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61,91,98,504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813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12.4%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CA8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93874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81040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6EBAA7A-6E89-EC2D-CEFB-143E83B84BE4}"/>
              </a:ext>
            </a:extLst>
          </p:cNvPr>
          <p:cNvSpPr txBox="1"/>
          <p:nvPr/>
        </p:nvSpPr>
        <p:spPr>
          <a:xfrm>
            <a:off x="287676" y="39477"/>
            <a:ext cx="11507058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000" b="1">
                <a:solidFill>
                  <a:schemeClr val="accent4">
                    <a:lumMod val="75000"/>
                  </a:schemeClr>
                </a:solidFill>
              </a:rPr>
              <a:t>Gold Bill Banding Analysis</a:t>
            </a:r>
            <a:endParaRPr lang="en-IN" sz="2000" b="1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480362-2336-0CF8-217A-C945D12D9589}"/>
              </a:ext>
            </a:extLst>
          </p:cNvPr>
          <p:cNvSpPr txBox="1"/>
          <p:nvPr/>
        </p:nvSpPr>
        <p:spPr>
          <a:xfrm>
            <a:off x="8410060" y="747362"/>
            <a:ext cx="3494264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/>
              <a:t>Insights:</a:t>
            </a:r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5563CAA-15EC-26F9-4E0C-3EA8A1EBC9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9865490"/>
              </p:ext>
            </p:extLst>
          </p:nvPr>
        </p:nvGraphicFramePr>
        <p:xfrm>
          <a:off x="287676" y="3937130"/>
          <a:ext cx="7828903" cy="2681636"/>
        </p:xfrm>
        <a:graphic>
          <a:graphicData uri="http://schemas.openxmlformats.org/drawingml/2006/table">
            <a:tbl>
              <a:tblPr/>
              <a:tblGrid>
                <a:gridCol w="2064262">
                  <a:extLst>
                    <a:ext uri="{9D8B030D-6E8A-4147-A177-3AD203B41FA5}">
                      <a16:colId xmlns:a16="http://schemas.microsoft.com/office/drawing/2014/main" val="804360923"/>
                    </a:ext>
                  </a:extLst>
                </a:gridCol>
                <a:gridCol w="1727863">
                  <a:extLst>
                    <a:ext uri="{9D8B030D-6E8A-4147-A177-3AD203B41FA5}">
                      <a16:colId xmlns:a16="http://schemas.microsoft.com/office/drawing/2014/main" val="1030241261"/>
                    </a:ext>
                  </a:extLst>
                </a:gridCol>
                <a:gridCol w="1177394">
                  <a:extLst>
                    <a:ext uri="{9D8B030D-6E8A-4147-A177-3AD203B41FA5}">
                      <a16:colId xmlns:a16="http://schemas.microsoft.com/office/drawing/2014/main" val="2189164243"/>
                    </a:ext>
                  </a:extLst>
                </a:gridCol>
                <a:gridCol w="1483210">
                  <a:extLst>
                    <a:ext uri="{9D8B030D-6E8A-4147-A177-3AD203B41FA5}">
                      <a16:colId xmlns:a16="http://schemas.microsoft.com/office/drawing/2014/main" val="3011269844"/>
                    </a:ext>
                  </a:extLst>
                </a:gridCol>
                <a:gridCol w="1376174">
                  <a:extLst>
                    <a:ext uri="{9D8B030D-6E8A-4147-A177-3AD203B41FA5}">
                      <a16:colId xmlns:a16="http://schemas.microsoft.com/office/drawing/2014/main" val="1883124686"/>
                    </a:ext>
                  </a:extLst>
                </a:gridCol>
              </a:tblGrid>
              <a:tr h="451961">
                <a:tc gridSpan="5"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For the month of Feb'25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287525"/>
                  </a:ext>
                </a:extLst>
              </a:tr>
              <a:tr h="45196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Gold Bill Band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Loyalty Sales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Loyalty Bills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% Loyalty Sales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% Loyalty Bills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176888"/>
                  </a:ext>
                </a:extLst>
              </a:tr>
              <a:tr h="43689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0-25k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14,60,53,225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10,121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24.5%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A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128717"/>
                  </a:ext>
                </a:extLst>
              </a:tr>
              <a:tr h="43689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25k-50k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32,28,36,552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8,862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8.0%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D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21.4%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1841416"/>
                  </a:ext>
                </a:extLst>
              </a:tr>
              <a:tr h="45196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50k-1lac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67,32,23,438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9,319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16.8%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22.5%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0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1584478"/>
                  </a:ext>
                </a:extLst>
              </a:tr>
              <a:tr h="45196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&gt;1lac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2,87,41,65,930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13,092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71.6%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31.6%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110076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5178E13-25E6-9A04-5B1C-9154905528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6538799"/>
              </p:ext>
            </p:extLst>
          </p:nvPr>
        </p:nvGraphicFramePr>
        <p:xfrm>
          <a:off x="287676" y="747362"/>
          <a:ext cx="7828903" cy="2681636"/>
        </p:xfrm>
        <a:graphic>
          <a:graphicData uri="http://schemas.openxmlformats.org/drawingml/2006/table">
            <a:tbl>
              <a:tblPr/>
              <a:tblGrid>
                <a:gridCol w="2064262">
                  <a:extLst>
                    <a:ext uri="{9D8B030D-6E8A-4147-A177-3AD203B41FA5}">
                      <a16:colId xmlns:a16="http://schemas.microsoft.com/office/drawing/2014/main" val="3026191271"/>
                    </a:ext>
                  </a:extLst>
                </a:gridCol>
                <a:gridCol w="1727863">
                  <a:extLst>
                    <a:ext uri="{9D8B030D-6E8A-4147-A177-3AD203B41FA5}">
                      <a16:colId xmlns:a16="http://schemas.microsoft.com/office/drawing/2014/main" val="1669287315"/>
                    </a:ext>
                  </a:extLst>
                </a:gridCol>
                <a:gridCol w="1177394">
                  <a:extLst>
                    <a:ext uri="{9D8B030D-6E8A-4147-A177-3AD203B41FA5}">
                      <a16:colId xmlns:a16="http://schemas.microsoft.com/office/drawing/2014/main" val="91226299"/>
                    </a:ext>
                  </a:extLst>
                </a:gridCol>
                <a:gridCol w="1483210">
                  <a:extLst>
                    <a:ext uri="{9D8B030D-6E8A-4147-A177-3AD203B41FA5}">
                      <a16:colId xmlns:a16="http://schemas.microsoft.com/office/drawing/2014/main" val="755258764"/>
                    </a:ext>
                  </a:extLst>
                </a:gridCol>
                <a:gridCol w="1376174">
                  <a:extLst>
                    <a:ext uri="{9D8B030D-6E8A-4147-A177-3AD203B41FA5}">
                      <a16:colId xmlns:a16="http://schemas.microsoft.com/office/drawing/2014/main" val="1613535606"/>
                    </a:ext>
                  </a:extLst>
                </a:gridCol>
              </a:tblGrid>
              <a:tr h="451961">
                <a:tc gridSpan="5"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For the month of Mar'25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649147"/>
                  </a:ext>
                </a:extLst>
              </a:tr>
              <a:tr h="45196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Gold Bill Band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Loyalty Sales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Loyalty Bills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% Loyalty Sales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% Loyalty Bills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47626"/>
                  </a:ext>
                </a:extLst>
              </a:tr>
              <a:tr h="43689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0-25k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11,21,10,877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7,870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24.0%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309042"/>
                  </a:ext>
                </a:extLst>
              </a:tr>
              <a:tr h="43689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25k-50k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25,80,58,978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7,063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8.3%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E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21.5%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541801"/>
                  </a:ext>
                </a:extLst>
              </a:tr>
              <a:tr h="45196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50k-1lac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53,87,78,687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7,457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17.3%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22.7%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1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312998"/>
                  </a:ext>
                </a:extLst>
              </a:tr>
              <a:tr h="45196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&gt;1lac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2,21,00,02,985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10,457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70.9%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31.8%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3832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36334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A408A58-DC06-316F-F0AE-D83B3239D589}"/>
              </a:ext>
            </a:extLst>
          </p:cNvPr>
          <p:cNvSpPr txBox="1"/>
          <p:nvPr/>
        </p:nvSpPr>
        <p:spPr>
          <a:xfrm>
            <a:off x="277403" y="0"/>
            <a:ext cx="11637194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sz="2000" b="1">
                <a:solidFill>
                  <a:srgbClr val="BF9000"/>
                </a:solidFill>
              </a:rPr>
              <a:t>Gold Bill Banding Analysis - Mar'25</a:t>
            </a:r>
            <a:endParaRPr lang="en-IN" sz="2000" b="1">
              <a:solidFill>
                <a:srgbClr val="BF9000"/>
              </a:solidFill>
              <a:ea typeface="Calibri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D4E90E-3749-7C22-1749-70AAC1C557DE}"/>
              </a:ext>
            </a:extLst>
          </p:cNvPr>
          <p:cNvSpPr txBox="1"/>
          <p:nvPr/>
        </p:nvSpPr>
        <p:spPr>
          <a:xfrm>
            <a:off x="8705928" y="706855"/>
            <a:ext cx="3321684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/>
              <a:t>Insights:</a:t>
            </a:r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1E7FE01-26AE-0149-E700-2586120B99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395158"/>
              </p:ext>
            </p:extLst>
          </p:nvPr>
        </p:nvGraphicFramePr>
        <p:xfrm>
          <a:off x="277403" y="706855"/>
          <a:ext cx="8196746" cy="5909312"/>
        </p:xfrm>
        <a:graphic>
          <a:graphicData uri="http://schemas.openxmlformats.org/drawingml/2006/table">
            <a:tbl>
              <a:tblPr/>
              <a:tblGrid>
                <a:gridCol w="1516065">
                  <a:extLst>
                    <a:ext uri="{9D8B030D-6E8A-4147-A177-3AD203B41FA5}">
                      <a16:colId xmlns:a16="http://schemas.microsoft.com/office/drawing/2014/main" val="3895730883"/>
                    </a:ext>
                  </a:extLst>
                </a:gridCol>
                <a:gridCol w="1982546">
                  <a:extLst>
                    <a:ext uri="{9D8B030D-6E8A-4147-A177-3AD203B41FA5}">
                      <a16:colId xmlns:a16="http://schemas.microsoft.com/office/drawing/2014/main" val="3387609020"/>
                    </a:ext>
                  </a:extLst>
                </a:gridCol>
                <a:gridCol w="1582705">
                  <a:extLst>
                    <a:ext uri="{9D8B030D-6E8A-4147-A177-3AD203B41FA5}">
                      <a16:colId xmlns:a16="http://schemas.microsoft.com/office/drawing/2014/main" val="508121885"/>
                    </a:ext>
                  </a:extLst>
                </a:gridCol>
                <a:gridCol w="1616025">
                  <a:extLst>
                    <a:ext uri="{9D8B030D-6E8A-4147-A177-3AD203B41FA5}">
                      <a16:colId xmlns:a16="http://schemas.microsoft.com/office/drawing/2014/main" val="1104266950"/>
                    </a:ext>
                  </a:extLst>
                </a:gridCol>
                <a:gridCol w="1499405">
                  <a:extLst>
                    <a:ext uri="{9D8B030D-6E8A-4147-A177-3AD203B41FA5}">
                      <a16:colId xmlns:a16="http://schemas.microsoft.com/office/drawing/2014/main" val="2582279766"/>
                    </a:ext>
                  </a:extLst>
                </a:gridCol>
              </a:tblGrid>
              <a:tr h="334489">
                <a:tc gridSpan="5"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For the month of Mar'25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1348922"/>
                  </a:ext>
                </a:extLst>
              </a:tr>
              <a:tr h="33448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Gold Bill Band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Loyalty Sales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Loyalty Bills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% Loyalty Sales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% Loyalty Bills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770074"/>
                  </a:ext>
                </a:extLst>
              </a:tr>
              <a:tr h="33448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0-5k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17,96,869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933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0.1%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92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731969"/>
                  </a:ext>
                </a:extLst>
              </a:tr>
              <a:tr h="32334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5k-10k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97,33,750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1,208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0.3%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0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C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475763"/>
                  </a:ext>
                </a:extLst>
              </a:tr>
              <a:tr h="32334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10k-15k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2,27,72,829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1,837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0.7%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F7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1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7093674"/>
                  </a:ext>
                </a:extLst>
              </a:tr>
              <a:tr h="32334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15k-20k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3,58,78,503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2,032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92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3241442"/>
                  </a:ext>
                </a:extLst>
              </a:tr>
              <a:tr h="32334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20k-25k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4,19,28,926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1,860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6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4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696200"/>
                  </a:ext>
                </a:extLst>
              </a:tr>
              <a:tr h="32334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25k-30k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4,75,18,116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1,731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1.5%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E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9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509280"/>
                  </a:ext>
                </a:extLst>
              </a:tr>
              <a:tr h="32334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30k-40k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10,10,13,237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2,890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F9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8.8%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E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9070097"/>
                  </a:ext>
                </a:extLst>
              </a:tr>
              <a:tr h="33448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40k-50k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10,95,27,625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2,442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3.5%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A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299957"/>
                  </a:ext>
                </a:extLst>
              </a:tr>
              <a:tr h="32334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50k-60k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11,76,59,143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2,142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469339"/>
                  </a:ext>
                </a:extLst>
              </a:tr>
              <a:tr h="32334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60k-75k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14,89,36,736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2,219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3057565"/>
                  </a:ext>
                </a:extLst>
              </a:tr>
              <a:tr h="33448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75k-1lac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27,21,82,808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3,096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8.7%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E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9.4%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A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4166079"/>
                  </a:ext>
                </a:extLst>
              </a:tr>
              <a:tr h="33448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1-1.5lac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53,99,71,658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4,420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17.3%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13.5%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98613"/>
                  </a:ext>
                </a:extLst>
              </a:tr>
              <a:tr h="33448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1.5-2lac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42,68,58,666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2,459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13.7%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CB8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7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024026"/>
                  </a:ext>
                </a:extLst>
              </a:tr>
              <a:tr h="32334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2-3lac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48,90,44,374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2,011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15.7%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C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4518836"/>
                  </a:ext>
                </a:extLst>
              </a:tr>
              <a:tr h="32334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3-5lac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42,41,60,479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1,129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13.6%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CB8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3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55870"/>
                  </a:ext>
                </a:extLst>
              </a:tr>
              <a:tr h="33448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&gt;5Lac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32,99,67,808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438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10.6%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D69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2681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57456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A408A58-DC06-316F-F0AE-D83B3239D589}"/>
              </a:ext>
            </a:extLst>
          </p:cNvPr>
          <p:cNvSpPr txBox="1"/>
          <p:nvPr/>
        </p:nvSpPr>
        <p:spPr>
          <a:xfrm>
            <a:off x="277403" y="0"/>
            <a:ext cx="11637194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sz="2000" b="1">
                <a:solidFill>
                  <a:srgbClr val="BF9000"/>
                </a:solidFill>
              </a:rPr>
              <a:t>Gold Bill Banding Analysis - Feb'25</a:t>
            </a:r>
            <a:endParaRPr lang="en-IN" sz="2000" b="1">
              <a:solidFill>
                <a:srgbClr val="BF9000"/>
              </a:solidFill>
              <a:ea typeface="Calibri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D4E90E-3749-7C22-1749-70AAC1C557DE}"/>
              </a:ext>
            </a:extLst>
          </p:cNvPr>
          <p:cNvSpPr txBox="1"/>
          <p:nvPr/>
        </p:nvSpPr>
        <p:spPr>
          <a:xfrm>
            <a:off x="8705928" y="706855"/>
            <a:ext cx="3321684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/>
              <a:t>Insights:</a:t>
            </a:r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1F4B076-0B20-B885-B2FA-41B023B12417}"/>
              </a:ext>
            </a:extLst>
          </p:cNvPr>
          <p:cNvGraphicFramePr>
            <a:graphicFrameLocks noGrp="1"/>
          </p:cNvGraphicFramePr>
          <p:nvPr/>
        </p:nvGraphicFramePr>
        <p:xfrm>
          <a:off x="277403" y="706855"/>
          <a:ext cx="8315510" cy="5909312"/>
        </p:xfrm>
        <a:graphic>
          <a:graphicData uri="http://schemas.openxmlformats.org/drawingml/2006/table">
            <a:tbl>
              <a:tblPr/>
              <a:tblGrid>
                <a:gridCol w="1538031">
                  <a:extLst>
                    <a:ext uri="{9D8B030D-6E8A-4147-A177-3AD203B41FA5}">
                      <a16:colId xmlns:a16="http://schemas.microsoft.com/office/drawing/2014/main" val="3094428823"/>
                    </a:ext>
                  </a:extLst>
                </a:gridCol>
                <a:gridCol w="2011272">
                  <a:extLst>
                    <a:ext uri="{9D8B030D-6E8A-4147-A177-3AD203B41FA5}">
                      <a16:colId xmlns:a16="http://schemas.microsoft.com/office/drawing/2014/main" val="3831223518"/>
                    </a:ext>
                  </a:extLst>
                </a:gridCol>
                <a:gridCol w="1605637">
                  <a:extLst>
                    <a:ext uri="{9D8B030D-6E8A-4147-A177-3AD203B41FA5}">
                      <a16:colId xmlns:a16="http://schemas.microsoft.com/office/drawing/2014/main" val="101185330"/>
                    </a:ext>
                  </a:extLst>
                </a:gridCol>
                <a:gridCol w="1639440">
                  <a:extLst>
                    <a:ext uri="{9D8B030D-6E8A-4147-A177-3AD203B41FA5}">
                      <a16:colId xmlns:a16="http://schemas.microsoft.com/office/drawing/2014/main" val="3819675329"/>
                    </a:ext>
                  </a:extLst>
                </a:gridCol>
                <a:gridCol w="1521130">
                  <a:extLst>
                    <a:ext uri="{9D8B030D-6E8A-4147-A177-3AD203B41FA5}">
                      <a16:colId xmlns:a16="http://schemas.microsoft.com/office/drawing/2014/main" val="106460092"/>
                    </a:ext>
                  </a:extLst>
                </a:gridCol>
              </a:tblGrid>
              <a:tr h="334489">
                <a:tc gridSpan="5"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For the month of Feb'25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215904"/>
                  </a:ext>
                </a:extLst>
              </a:tr>
              <a:tr h="33448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Gold Bill Band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Loyalty Sales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Loyalty Bills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% Loyalty Sales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% Loyalty Bills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4891669"/>
                  </a:ext>
                </a:extLst>
              </a:tr>
              <a:tr h="33448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0-5k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23,55,843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1,141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0.1%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9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726140"/>
                  </a:ext>
                </a:extLst>
              </a:tr>
              <a:tr h="32334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5k-10k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1,23,18,487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1,540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0.3%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0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3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0703095"/>
                  </a:ext>
                </a:extLst>
              </a:tr>
              <a:tr h="32334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10k-15k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2,88,05,954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2,302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0.7%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0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C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2268051"/>
                  </a:ext>
                </a:extLst>
              </a:tr>
              <a:tr h="32334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15k-20k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4,75,73,268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2,697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94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8109721"/>
                  </a:ext>
                </a:extLst>
              </a:tr>
              <a:tr h="32334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20k-25k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5,49,99,673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2,441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1.4%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C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4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946187"/>
                  </a:ext>
                </a:extLst>
              </a:tr>
              <a:tr h="32334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25k-30k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6,11,20,935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2,227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1.5%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0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3543913"/>
                  </a:ext>
                </a:extLst>
              </a:tr>
              <a:tr h="32334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30k-40k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12,57,01,914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3,608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3.1%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09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8.7%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D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829459"/>
                  </a:ext>
                </a:extLst>
              </a:tr>
              <a:tr h="33448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40k-50k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13,60,13,703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3,027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3.4%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3280142"/>
                  </a:ext>
                </a:extLst>
              </a:tr>
              <a:tr h="32334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50k-60k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14,34,31,156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2,612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2546981"/>
                  </a:ext>
                </a:extLst>
              </a:tr>
              <a:tr h="32334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60k-75k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18,84,88,910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2,809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4.7%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74304"/>
                  </a:ext>
                </a:extLst>
              </a:tr>
              <a:tr h="33448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75k-1lac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34,13,03,372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3,898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8.5%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C9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9.4%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D8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307686"/>
                  </a:ext>
                </a:extLst>
              </a:tr>
              <a:tr h="33448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1-1.5lac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63,74,79,097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5,215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15.9%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12.6%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270566"/>
                  </a:ext>
                </a:extLst>
              </a:tr>
              <a:tr h="33448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1.5-2lac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53,54,13,108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3,081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13.3%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C8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8576499"/>
                  </a:ext>
                </a:extLst>
              </a:tr>
              <a:tr h="32334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2-3lac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62,53,19,141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2,589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15.6%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BF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3048965"/>
                  </a:ext>
                </a:extLst>
              </a:tr>
              <a:tr h="32334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3-5lac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57,10,31,219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1,522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14.2%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C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3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069701"/>
                  </a:ext>
                </a:extLst>
              </a:tr>
              <a:tr h="33448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&gt;5Lac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50,49,23,365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685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12.6%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CB8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29021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96343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B67E3BD-5FB3-1109-3B0F-BBD57A100161}"/>
              </a:ext>
            </a:extLst>
          </p:cNvPr>
          <p:cNvSpPr txBox="1"/>
          <p:nvPr/>
        </p:nvSpPr>
        <p:spPr>
          <a:xfrm>
            <a:off x="7938339" y="640885"/>
            <a:ext cx="397657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/>
              <a:t>Insights: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C94588-3D68-EDBB-B81C-DAF95AB45D9D}"/>
              </a:ext>
            </a:extLst>
          </p:cNvPr>
          <p:cNvSpPr txBox="1"/>
          <p:nvPr/>
        </p:nvSpPr>
        <p:spPr>
          <a:xfrm>
            <a:off x="92149" y="223421"/>
            <a:ext cx="11647995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000" b="1">
                <a:solidFill>
                  <a:schemeClr val="accent4">
                    <a:lumMod val="75000"/>
                  </a:schemeClr>
                </a:solidFill>
              </a:rPr>
              <a:t>Gold Bill Banding Analysis – Weight Wise</a:t>
            </a:r>
            <a:endParaRPr lang="en-IN" sz="2000" b="1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D35C18F-05B9-98A4-5467-67C68DE647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924822"/>
              </p:ext>
            </p:extLst>
          </p:nvPr>
        </p:nvGraphicFramePr>
        <p:xfrm>
          <a:off x="92148" y="3669839"/>
          <a:ext cx="7615815" cy="2771530"/>
        </p:xfrm>
        <a:graphic>
          <a:graphicData uri="http://schemas.openxmlformats.org/drawingml/2006/table">
            <a:tbl>
              <a:tblPr/>
              <a:tblGrid>
                <a:gridCol w="1973388">
                  <a:extLst>
                    <a:ext uri="{9D8B030D-6E8A-4147-A177-3AD203B41FA5}">
                      <a16:colId xmlns:a16="http://schemas.microsoft.com/office/drawing/2014/main" val="1053349772"/>
                    </a:ext>
                  </a:extLst>
                </a:gridCol>
                <a:gridCol w="1739505">
                  <a:extLst>
                    <a:ext uri="{9D8B030D-6E8A-4147-A177-3AD203B41FA5}">
                      <a16:colId xmlns:a16="http://schemas.microsoft.com/office/drawing/2014/main" val="706566920"/>
                    </a:ext>
                  </a:extLst>
                </a:gridCol>
                <a:gridCol w="1140179">
                  <a:extLst>
                    <a:ext uri="{9D8B030D-6E8A-4147-A177-3AD203B41FA5}">
                      <a16:colId xmlns:a16="http://schemas.microsoft.com/office/drawing/2014/main" val="2927129004"/>
                    </a:ext>
                  </a:extLst>
                </a:gridCol>
                <a:gridCol w="1432533">
                  <a:extLst>
                    <a:ext uri="{9D8B030D-6E8A-4147-A177-3AD203B41FA5}">
                      <a16:colId xmlns:a16="http://schemas.microsoft.com/office/drawing/2014/main" val="2160710470"/>
                    </a:ext>
                  </a:extLst>
                </a:gridCol>
                <a:gridCol w="1330210">
                  <a:extLst>
                    <a:ext uri="{9D8B030D-6E8A-4147-A177-3AD203B41FA5}">
                      <a16:colId xmlns:a16="http://schemas.microsoft.com/office/drawing/2014/main" val="4000016727"/>
                    </a:ext>
                  </a:extLst>
                </a:gridCol>
              </a:tblGrid>
              <a:tr h="219270">
                <a:tc gridSpan="5">
                  <a:txBody>
                    <a:bodyPr/>
                    <a:lstStyle/>
                    <a:p>
                      <a:pPr algn="ctr" fontAlgn="ctr"/>
                      <a:r>
                        <a:rPr sz="1350" b="1" u="none" i="0">
                          <a:solidFill>
                            <a:srgbClr val="FFFFFF"/>
                          </a:solidFill>
                          <a:latin typeface="Calibri"/>
                        </a:rPr>
                        <a:t>For the month of Mar'25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2592699"/>
                  </a:ext>
                </a:extLst>
              </a:tr>
              <a:tr h="21196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3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Gold Bill Band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3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Loyalty Sales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3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Loyalty Bills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3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 Loyalty Sales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3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 Loyalty Bills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80127"/>
                  </a:ext>
                </a:extLst>
              </a:tr>
              <a:tr h="211961">
                <a:tc>
                  <a:txBody>
                    <a:bodyPr/>
                    <a:lstStyle/>
                    <a:p>
                      <a:pPr algn="ctr" fontAlgn="ctr"/>
                      <a:r>
                        <a:rPr sz="1350" b="1" u="none" i="0">
                          <a:solidFill>
                            <a:srgbClr val="FFFFFF"/>
                          </a:solidFill>
                          <a:latin typeface="Calibri"/>
                        </a:rPr>
                        <a:t>0-36k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21,75,58,203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11,357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7.0%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9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34.6%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7455831"/>
                  </a:ext>
                </a:extLst>
              </a:tr>
              <a:tr h="211961">
                <a:tc>
                  <a:txBody>
                    <a:bodyPr/>
                    <a:lstStyle/>
                    <a:p>
                      <a:pPr algn="ctr" fontAlgn="ctr"/>
                      <a:r>
                        <a:rPr sz="1350" b="1" u="none" i="0">
                          <a:solidFill>
                            <a:srgbClr val="FFFFFF"/>
                          </a:solidFill>
                          <a:latin typeface="Calibri"/>
                        </a:rPr>
                        <a:t>36k-72k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38,93,85,058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7,531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12.5%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09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22.9%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D1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71698"/>
                  </a:ext>
                </a:extLst>
              </a:tr>
              <a:tr h="211961">
                <a:tc>
                  <a:txBody>
                    <a:bodyPr/>
                    <a:lstStyle/>
                    <a:p>
                      <a:pPr algn="ctr" fontAlgn="ctr"/>
                      <a:r>
                        <a:rPr sz="1350" b="1" u="none" i="0">
                          <a:solidFill>
                            <a:srgbClr val="FFFFFF"/>
                          </a:solidFill>
                          <a:latin typeface="Calibri"/>
                        </a:rPr>
                        <a:t>72k-1.08L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39,78,82,741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4,425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12.8%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E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13.5%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1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935705"/>
                  </a:ext>
                </a:extLst>
              </a:tr>
              <a:tr h="211961">
                <a:tc>
                  <a:txBody>
                    <a:bodyPr/>
                    <a:lstStyle/>
                    <a:p>
                      <a:pPr algn="ctr" fontAlgn="ctr"/>
                      <a:r>
                        <a:rPr sz="1350" b="1" u="none" i="0">
                          <a:solidFill>
                            <a:srgbClr val="FFFFFF"/>
                          </a:solidFill>
                          <a:latin typeface="Calibri"/>
                        </a:rPr>
                        <a:t>1.08L-1.44L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38,41,59,829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3,089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12.3%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1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9.4%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5271137"/>
                  </a:ext>
                </a:extLst>
              </a:tr>
              <a:tr h="211961">
                <a:tc>
                  <a:txBody>
                    <a:bodyPr/>
                    <a:lstStyle/>
                    <a:p>
                      <a:pPr algn="ctr" fontAlgn="ctr"/>
                      <a:r>
                        <a:rPr sz="1350" b="1" u="none" i="0">
                          <a:solidFill>
                            <a:srgbClr val="FFFFFF"/>
                          </a:solidFill>
                          <a:latin typeface="Calibri"/>
                        </a:rPr>
                        <a:t>1.44L-2.16L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57,54,93,545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3,294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18.5%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10.0%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7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9943223"/>
                  </a:ext>
                </a:extLst>
              </a:tr>
              <a:tr h="211961">
                <a:tc>
                  <a:txBody>
                    <a:bodyPr/>
                    <a:lstStyle/>
                    <a:p>
                      <a:pPr algn="ctr" fontAlgn="ctr"/>
                      <a:r>
                        <a:rPr sz="1350" b="1" u="none" i="0">
                          <a:solidFill>
                            <a:srgbClr val="FFFFFF"/>
                          </a:solidFill>
                          <a:latin typeface="Calibri"/>
                        </a:rPr>
                        <a:t>2.16L-2.88L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34,67,99,925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1,402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11.1%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9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4.3%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5913687"/>
                  </a:ext>
                </a:extLst>
              </a:tr>
              <a:tr h="211961">
                <a:tc>
                  <a:txBody>
                    <a:bodyPr/>
                    <a:lstStyle/>
                    <a:p>
                      <a:pPr algn="ctr" fontAlgn="ctr"/>
                      <a:r>
                        <a:rPr sz="1350" b="1" u="none" i="0">
                          <a:solidFill>
                            <a:srgbClr val="FFFFFF"/>
                          </a:solidFill>
                          <a:latin typeface="Calibri"/>
                        </a:rPr>
                        <a:t>2.88-3.6L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22,78,36,420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717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7.3%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5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2.2%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D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1482466"/>
                  </a:ext>
                </a:extLst>
              </a:tr>
              <a:tr h="211961">
                <a:tc>
                  <a:txBody>
                    <a:bodyPr/>
                    <a:lstStyle/>
                    <a:p>
                      <a:pPr algn="ctr" fontAlgn="ctr"/>
                      <a:r>
                        <a:rPr sz="1350" b="1" u="none" i="0">
                          <a:solidFill>
                            <a:srgbClr val="FFFFFF"/>
                          </a:solidFill>
                          <a:latin typeface="Calibri"/>
                        </a:rPr>
                        <a:t>3.6L-5.4L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29,81,48,472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687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9.6%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2.1%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231062"/>
                  </a:ext>
                </a:extLst>
              </a:tr>
              <a:tr h="211961">
                <a:tc>
                  <a:txBody>
                    <a:bodyPr/>
                    <a:lstStyle/>
                    <a:p>
                      <a:pPr algn="ctr" fontAlgn="ctr"/>
                      <a:r>
                        <a:rPr sz="1350" b="1" u="none" i="0">
                          <a:solidFill>
                            <a:srgbClr val="FFFFFF"/>
                          </a:solidFill>
                          <a:latin typeface="Calibri"/>
                        </a:rPr>
                        <a:t>5.4L-7.2L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11,35,04,053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186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3.6%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F7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0.6%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9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8124386"/>
                  </a:ext>
                </a:extLst>
              </a:tr>
              <a:tr h="211961">
                <a:tc>
                  <a:txBody>
                    <a:bodyPr/>
                    <a:lstStyle/>
                    <a:p>
                      <a:pPr algn="ctr" fontAlgn="ctr"/>
                      <a:r>
                        <a:rPr sz="1350" b="1" u="none" i="0">
                          <a:solidFill>
                            <a:srgbClr val="FFFFFF"/>
                          </a:solidFill>
                          <a:latin typeface="Calibri"/>
                        </a:rPr>
                        <a:t>7.2L-10.8L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9,43,55,489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3.0%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36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0.3%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F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4687446"/>
                  </a:ext>
                </a:extLst>
              </a:tr>
              <a:tr h="219270">
                <a:tc>
                  <a:txBody>
                    <a:bodyPr/>
                    <a:lstStyle/>
                    <a:p>
                      <a:pPr algn="ctr" fontAlgn="ctr"/>
                      <a:r>
                        <a:rPr sz="1350" b="1" u="none" i="0">
                          <a:solidFill>
                            <a:srgbClr val="FFFFFF"/>
                          </a:solidFill>
                          <a:latin typeface="Calibri"/>
                        </a:rPr>
                        <a:t>&gt;10.8L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7,38,27,792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2.4%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0.1%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871738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0F9517D-DDE7-31FA-D9C5-23E520B7B8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013179"/>
              </p:ext>
            </p:extLst>
          </p:nvPr>
        </p:nvGraphicFramePr>
        <p:xfrm>
          <a:off x="92148" y="640885"/>
          <a:ext cx="7615814" cy="2771754"/>
        </p:xfrm>
        <a:graphic>
          <a:graphicData uri="http://schemas.openxmlformats.org/drawingml/2006/table">
            <a:tbl>
              <a:tblPr/>
              <a:tblGrid>
                <a:gridCol w="1973388">
                  <a:extLst>
                    <a:ext uri="{9D8B030D-6E8A-4147-A177-3AD203B41FA5}">
                      <a16:colId xmlns:a16="http://schemas.microsoft.com/office/drawing/2014/main" val="2619457703"/>
                    </a:ext>
                  </a:extLst>
                </a:gridCol>
                <a:gridCol w="1739504">
                  <a:extLst>
                    <a:ext uri="{9D8B030D-6E8A-4147-A177-3AD203B41FA5}">
                      <a16:colId xmlns:a16="http://schemas.microsoft.com/office/drawing/2014/main" val="1849912833"/>
                    </a:ext>
                  </a:extLst>
                </a:gridCol>
                <a:gridCol w="1140179">
                  <a:extLst>
                    <a:ext uri="{9D8B030D-6E8A-4147-A177-3AD203B41FA5}">
                      <a16:colId xmlns:a16="http://schemas.microsoft.com/office/drawing/2014/main" val="2347896448"/>
                    </a:ext>
                  </a:extLst>
                </a:gridCol>
                <a:gridCol w="1432533">
                  <a:extLst>
                    <a:ext uri="{9D8B030D-6E8A-4147-A177-3AD203B41FA5}">
                      <a16:colId xmlns:a16="http://schemas.microsoft.com/office/drawing/2014/main" val="3554595959"/>
                    </a:ext>
                  </a:extLst>
                </a:gridCol>
                <a:gridCol w="1330210">
                  <a:extLst>
                    <a:ext uri="{9D8B030D-6E8A-4147-A177-3AD203B41FA5}">
                      <a16:colId xmlns:a16="http://schemas.microsoft.com/office/drawing/2014/main" val="3946667562"/>
                    </a:ext>
                  </a:extLst>
                </a:gridCol>
              </a:tblGrid>
              <a:tr h="219382">
                <a:tc gridSpan="5">
                  <a:txBody>
                    <a:bodyPr/>
                    <a:lstStyle/>
                    <a:p>
                      <a:pPr algn="ctr" fontAlgn="ctr"/>
                      <a:r>
                        <a:rPr sz="1350" b="1" u="none" i="0">
                          <a:solidFill>
                            <a:srgbClr val="FFFFFF"/>
                          </a:solidFill>
                          <a:latin typeface="Calibri"/>
                        </a:rPr>
                        <a:t>For the month of Mar'25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8373817"/>
                  </a:ext>
                </a:extLst>
              </a:tr>
              <a:tr h="2120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Gold Bill Band(in gm)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3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Loyalty Sales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3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Loyalty Bills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3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 Loyalty Sales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3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 Loyalty Bills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485416"/>
                  </a:ext>
                </a:extLst>
              </a:tr>
              <a:tr h="212070">
                <a:tc>
                  <a:txBody>
                    <a:bodyPr/>
                    <a:lstStyle/>
                    <a:p>
                      <a:pPr algn="ctr" fontAlgn="ctr"/>
                      <a:r>
                        <a:rPr sz="1350" b="1" u="none" i="0">
                          <a:solidFill>
                            <a:srgbClr val="FFFFFF"/>
                          </a:solidFill>
                          <a:latin typeface="Calibri"/>
                        </a:rPr>
                        <a:t>0-5 gm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34,59,39,107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14,427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11.1%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9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43.9%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1977257"/>
                  </a:ext>
                </a:extLst>
              </a:tr>
              <a:tr h="212070">
                <a:tc>
                  <a:txBody>
                    <a:bodyPr/>
                    <a:lstStyle/>
                    <a:p>
                      <a:pPr algn="ctr" fontAlgn="ctr"/>
                      <a:r>
                        <a:rPr sz="1350" b="1" u="none" i="0">
                          <a:solidFill>
                            <a:srgbClr val="FFFFFF"/>
                          </a:solidFill>
                          <a:latin typeface="Calibri"/>
                        </a:rPr>
                        <a:t>5-10 gm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50,22,68,200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7,331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16.1%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C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22.3%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D8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5091556"/>
                  </a:ext>
                </a:extLst>
              </a:tr>
              <a:tr h="212070">
                <a:tc>
                  <a:txBody>
                    <a:bodyPr/>
                    <a:lstStyle/>
                    <a:p>
                      <a:pPr algn="ctr" fontAlgn="ctr"/>
                      <a:r>
                        <a:rPr sz="1350" b="1" u="none" i="0">
                          <a:solidFill>
                            <a:srgbClr val="FFFFFF"/>
                          </a:solidFill>
                          <a:latin typeface="Calibri"/>
                        </a:rPr>
                        <a:t>10-15 gm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52,92,53,890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4,558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17.0%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13.9%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3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849722"/>
                  </a:ext>
                </a:extLst>
              </a:tr>
              <a:tr h="212070">
                <a:tc>
                  <a:txBody>
                    <a:bodyPr/>
                    <a:lstStyle/>
                    <a:p>
                      <a:pPr algn="ctr" fontAlgn="ctr"/>
                      <a:r>
                        <a:rPr sz="1350" b="1" u="none" i="0">
                          <a:solidFill>
                            <a:srgbClr val="FFFFFF"/>
                          </a:solidFill>
                          <a:latin typeface="Calibri"/>
                        </a:rPr>
                        <a:t>15-20 gm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41,57,48,435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2,522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13.3%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D5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7.7%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A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2371922"/>
                  </a:ext>
                </a:extLst>
              </a:tr>
              <a:tr h="212070">
                <a:tc>
                  <a:txBody>
                    <a:bodyPr/>
                    <a:lstStyle/>
                    <a:p>
                      <a:pPr algn="ctr" fontAlgn="ctr"/>
                      <a:r>
                        <a:rPr sz="1350" b="1" u="none" i="0">
                          <a:solidFill>
                            <a:srgbClr val="FFFFFF"/>
                          </a:solidFill>
                          <a:latin typeface="Calibri"/>
                        </a:rPr>
                        <a:t>20-30 gm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50,32,91,109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2,206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16.1%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C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6.7%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7546457"/>
                  </a:ext>
                </a:extLst>
              </a:tr>
              <a:tr h="212070">
                <a:tc>
                  <a:txBody>
                    <a:bodyPr/>
                    <a:lstStyle/>
                    <a:p>
                      <a:pPr algn="ctr" fontAlgn="ctr"/>
                      <a:r>
                        <a:rPr sz="1350" b="1" u="none" i="0">
                          <a:solidFill>
                            <a:srgbClr val="FFFFFF"/>
                          </a:solidFill>
                          <a:latin typeface="Calibri"/>
                        </a:rPr>
                        <a:t>30-40 gm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28,13,45,001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875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9.0%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2.7%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214713"/>
                  </a:ext>
                </a:extLst>
              </a:tr>
              <a:tr h="212070">
                <a:tc>
                  <a:txBody>
                    <a:bodyPr/>
                    <a:lstStyle/>
                    <a:p>
                      <a:pPr algn="ctr" fontAlgn="ctr"/>
                      <a:r>
                        <a:rPr sz="1350" b="1" u="none" i="0">
                          <a:solidFill>
                            <a:srgbClr val="FFFFFF"/>
                          </a:solidFill>
                          <a:latin typeface="Calibri"/>
                        </a:rPr>
                        <a:t>40-50 gm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17,08,17,878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406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5.5%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38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2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405029"/>
                  </a:ext>
                </a:extLst>
              </a:tr>
              <a:tr h="212070">
                <a:tc>
                  <a:txBody>
                    <a:bodyPr/>
                    <a:lstStyle/>
                    <a:p>
                      <a:pPr algn="ctr" fontAlgn="ctr"/>
                      <a:r>
                        <a:rPr sz="1350" b="1" u="none" i="0">
                          <a:solidFill>
                            <a:srgbClr val="FFFFFF"/>
                          </a:solidFill>
                          <a:latin typeface="Calibri"/>
                        </a:rPr>
                        <a:t>50-75 gm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19,58,58,786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354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6.3%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1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D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976104"/>
                  </a:ext>
                </a:extLst>
              </a:tr>
              <a:tr h="212070">
                <a:tc>
                  <a:txBody>
                    <a:bodyPr/>
                    <a:lstStyle/>
                    <a:p>
                      <a:pPr algn="ctr" fontAlgn="ctr"/>
                      <a:r>
                        <a:rPr sz="1350" b="1" u="none" i="0">
                          <a:solidFill>
                            <a:srgbClr val="FFFFFF"/>
                          </a:solidFill>
                          <a:latin typeface="Calibri"/>
                        </a:rPr>
                        <a:t>75-100 gm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8,28,53,516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2.7%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27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0.3%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2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767680"/>
                  </a:ext>
                </a:extLst>
              </a:tr>
              <a:tr h="212070">
                <a:tc>
                  <a:txBody>
                    <a:bodyPr/>
                    <a:lstStyle/>
                    <a:p>
                      <a:pPr algn="ctr" fontAlgn="ctr"/>
                      <a:r>
                        <a:rPr sz="1350" b="1" u="none" i="0">
                          <a:solidFill>
                            <a:srgbClr val="FFFFFF"/>
                          </a:solidFill>
                          <a:latin typeface="Calibri"/>
                        </a:rPr>
                        <a:t>100-150 gm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5,26,93,158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1.7%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1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0.1%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621454"/>
                  </a:ext>
                </a:extLst>
              </a:tr>
              <a:tr h="219382">
                <a:tc>
                  <a:txBody>
                    <a:bodyPr/>
                    <a:lstStyle/>
                    <a:p>
                      <a:pPr algn="ctr" fontAlgn="ctr"/>
                      <a:r>
                        <a:rPr sz="1350" b="1" u="none" i="0">
                          <a:solidFill>
                            <a:srgbClr val="FFFFFF"/>
                          </a:solidFill>
                          <a:latin typeface="Calibri"/>
                        </a:rPr>
                        <a:t>&gt;150 gm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3,88,82,447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0.1%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68332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1225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B67E3BD-5FB3-1109-3B0F-BBD57A100161}"/>
              </a:ext>
            </a:extLst>
          </p:cNvPr>
          <p:cNvSpPr txBox="1"/>
          <p:nvPr/>
        </p:nvSpPr>
        <p:spPr>
          <a:xfrm>
            <a:off x="7938339" y="640885"/>
            <a:ext cx="397657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IN">
                <a:solidFill>
                  <a:prstClr val="black"/>
                </a:solidFill>
                <a:latin typeface="Calibri" panose="020F0502020204030204"/>
              </a:rPr>
              <a:t>Insights: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C94588-3D68-EDBB-B81C-DAF95AB45D9D}"/>
              </a:ext>
            </a:extLst>
          </p:cNvPr>
          <p:cNvSpPr txBox="1"/>
          <p:nvPr/>
        </p:nvSpPr>
        <p:spPr>
          <a:xfrm>
            <a:off x="92149" y="223421"/>
            <a:ext cx="11647995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>
                <a:ln>
                  <a:noFill/>
                </a:ln>
                <a:solidFill>
                  <a:srgbClr val="BF9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Gold Bill Banding Analysis – Weight Wise</a:t>
            </a:r>
            <a:endParaRPr lang="en-IN" sz="2000" b="1" i="0" u="none" strike="noStrike" kern="1200" cap="none" spc="0" normalizeH="0" baseline="0" noProof="0">
              <a:ln>
                <a:noFill/>
              </a:ln>
              <a:solidFill>
                <a:srgbClr val="BF9000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D8F7D9C-9842-334A-4F33-49B7D91B3FAE}"/>
              </a:ext>
            </a:extLst>
          </p:cNvPr>
          <p:cNvGraphicFramePr>
            <a:graphicFrameLocks noGrp="1"/>
          </p:cNvGraphicFramePr>
          <p:nvPr/>
        </p:nvGraphicFramePr>
        <p:xfrm>
          <a:off x="92148" y="640884"/>
          <a:ext cx="7615817" cy="2770108"/>
        </p:xfrm>
        <a:graphic>
          <a:graphicData uri="http://schemas.openxmlformats.org/drawingml/2006/table">
            <a:tbl>
              <a:tblPr/>
              <a:tblGrid>
                <a:gridCol w="1973389">
                  <a:extLst>
                    <a:ext uri="{9D8B030D-6E8A-4147-A177-3AD203B41FA5}">
                      <a16:colId xmlns:a16="http://schemas.microsoft.com/office/drawing/2014/main" val="1342981361"/>
                    </a:ext>
                  </a:extLst>
                </a:gridCol>
                <a:gridCol w="1739505">
                  <a:extLst>
                    <a:ext uri="{9D8B030D-6E8A-4147-A177-3AD203B41FA5}">
                      <a16:colId xmlns:a16="http://schemas.microsoft.com/office/drawing/2014/main" val="741344275"/>
                    </a:ext>
                  </a:extLst>
                </a:gridCol>
                <a:gridCol w="1140179">
                  <a:extLst>
                    <a:ext uri="{9D8B030D-6E8A-4147-A177-3AD203B41FA5}">
                      <a16:colId xmlns:a16="http://schemas.microsoft.com/office/drawing/2014/main" val="2239061315"/>
                    </a:ext>
                  </a:extLst>
                </a:gridCol>
                <a:gridCol w="1432533">
                  <a:extLst>
                    <a:ext uri="{9D8B030D-6E8A-4147-A177-3AD203B41FA5}">
                      <a16:colId xmlns:a16="http://schemas.microsoft.com/office/drawing/2014/main" val="2733628894"/>
                    </a:ext>
                  </a:extLst>
                </a:gridCol>
                <a:gridCol w="1330211">
                  <a:extLst>
                    <a:ext uri="{9D8B030D-6E8A-4147-A177-3AD203B41FA5}">
                      <a16:colId xmlns:a16="http://schemas.microsoft.com/office/drawing/2014/main" val="311251229"/>
                    </a:ext>
                  </a:extLst>
                </a:gridCol>
              </a:tblGrid>
              <a:tr h="218559">
                <a:tc gridSpan="5">
                  <a:txBody>
                    <a:bodyPr/>
                    <a:lstStyle/>
                    <a:p>
                      <a:pPr algn="ctr" fontAlgn="ctr"/>
                      <a:r>
                        <a:rPr sz="1350" b="1" u="none" i="0">
                          <a:solidFill>
                            <a:srgbClr val="FFFFFF"/>
                          </a:solidFill>
                          <a:latin typeface="Calibri"/>
                        </a:rPr>
                        <a:t>For the month of Feb'25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9517942"/>
                  </a:ext>
                </a:extLst>
              </a:tr>
              <a:tr h="2112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Gold Bill Band(in gm)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3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Loyalty Sales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3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Loyalty Bills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3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 Loyalty Sales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3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 Loyalty Bills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2928178"/>
                  </a:ext>
                </a:extLst>
              </a:tr>
              <a:tr h="211273">
                <a:tc>
                  <a:txBody>
                    <a:bodyPr/>
                    <a:lstStyle/>
                    <a:p>
                      <a:pPr algn="ctr" fontAlgn="ctr"/>
                      <a:r>
                        <a:rPr sz="1350" b="1" u="none" i="0">
                          <a:solidFill>
                            <a:srgbClr val="FFFFFF"/>
                          </a:solidFill>
                          <a:latin typeface="Calibri"/>
                        </a:rPr>
                        <a:t>0-5 gm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42,75,86,387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18,120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10.6%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9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43.8%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3711280"/>
                  </a:ext>
                </a:extLst>
              </a:tr>
              <a:tr h="211273">
                <a:tc>
                  <a:txBody>
                    <a:bodyPr/>
                    <a:lstStyle/>
                    <a:p>
                      <a:pPr algn="ctr" fontAlgn="ctr"/>
                      <a:r>
                        <a:rPr sz="1350" b="1" u="none" i="0">
                          <a:solidFill>
                            <a:srgbClr val="FFFFFF"/>
                          </a:solidFill>
                          <a:latin typeface="Calibri"/>
                        </a:rPr>
                        <a:t>`5-10` gm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61,74,22,201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9,168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15.4%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C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22.1%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D8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656974"/>
                  </a:ext>
                </a:extLst>
              </a:tr>
              <a:tr h="211273">
                <a:tc>
                  <a:txBody>
                    <a:bodyPr/>
                    <a:lstStyle/>
                    <a:p>
                      <a:pPr algn="ctr" fontAlgn="ctr"/>
                      <a:r>
                        <a:rPr sz="1350" b="1" u="none" i="0">
                          <a:solidFill>
                            <a:srgbClr val="FFFFFF"/>
                          </a:solidFill>
                          <a:latin typeface="Calibri"/>
                        </a:rPr>
                        <a:t>`10-15` gm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61,57,75,082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5,404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15.3%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C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13.1%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4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6610031"/>
                  </a:ext>
                </a:extLst>
              </a:tr>
              <a:tr h="211273">
                <a:tc>
                  <a:txBody>
                    <a:bodyPr/>
                    <a:lstStyle/>
                    <a:p>
                      <a:pPr algn="ctr" fontAlgn="ctr"/>
                      <a:r>
                        <a:rPr sz="1350" b="1" u="none" i="0">
                          <a:solidFill>
                            <a:srgbClr val="FFFFFF"/>
                          </a:solidFill>
                          <a:latin typeface="Calibri"/>
                        </a:rPr>
                        <a:t>15-20 gm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51,62,03,538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3,184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12.9%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79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7.7%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A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705015"/>
                  </a:ext>
                </a:extLst>
              </a:tr>
              <a:tr h="211273">
                <a:tc>
                  <a:txBody>
                    <a:bodyPr/>
                    <a:lstStyle/>
                    <a:p>
                      <a:pPr algn="ctr" fontAlgn="ctr"/>
                      <a:r>
                        <a:rPr sz="1350" b="1" u="none" i="0">
                          <a:solidFill>
                            <a:srgbClr val="FFFFFF"/>
                          </a:solidFill>
                          <a:latin typeface="Calibri"/>
                        </a:rPr>
                        <a:t>20-30 gm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65,21,57,422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2,924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16.2%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7.1%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B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173414"/>
                  </a:ext>
                </a:extLst>
              </a:tr>
              <a:tr h="211273">
                <a:tc>
                  <a:txBody>
                    <a:bodyPr/>
                    <a:lstStyle/>
                    <a:p>
                      <a:pPr algn="ctr" fontAlgn="ctr"/>
                      <a:r>
                        <a:rPr sz="1350" b="1" u="none" i="0">
                          <a:solidFill>
                            <a:srgbClr val="FFFFFF"/>
                          </a:solidFill>
                          <a:latin typeface="Calibri"/>
                        </a:rPr>
                        <a:t>30-40 gm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38,58,30,106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1,213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9.6%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2.9%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4013464"/>
                  </a:ext>
                </a:extLst>
              </a:tr>
              <a:tr h="211273">
                <a:tc>
                  <a:txBody>
                    <a:bodyPr/>
                    <a:lstStyle/>
                    <a:p>
                      <a:pPr algn="ctr" fontAlgn="ctr"/>
                      <a:r>
                        <a:rPr sz="1350" b="1" u="none" i="0">
                          <a:solidFill>
                            <a:srgbClr val="FFFFFF"/>
                          </a:solidFill>
                          <a:latin typeface="Calibri"/>
                        </a:rPr>
                        <a:t>40-50 gm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23,07,06,705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558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5.7%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08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2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666747"/>
                  </a:ext>
                </a:extLst>
              </a:tr>
              <a:tr h="211273">
                <a:tc>
                  <a:txBody>
                    <a:bodyPr/>
                    <a:lstStyle/>
                    <a:p>
                      <a:pPr algn="ctr" fontAlgn="ctr"/>
                      <a:r>
                        <a:rPr sz="1350" b="1" u="none" i="0">
                          <a:solidFill>
                            <a:srgbClr val="FFFFFF"/>
                          </a:solidFill>
                          <a:latin typeface="Calibri"/>
                        </a:rPr>
                        <a:t>50-75 gm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30,64,46,185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556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7.6%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F9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2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806253"/>
                  </a:ext>
                </a:extLst>
              </a:tr>
              <a:tr h="211273">
                <a:tc>
                  <a:txBody>
                    <a:bodyPr/>
                    <a:lstStyle/>
                    <a:p>
                      <a:pPr algn="ctr" fontAlgn="ctr"/>
                      <a:r>
                        <a:rPr sz="1350" b="1" u="none" i="0">
                          <a:solidFill>
                            <a:srgbClr val="FFFFFF"/>
                          </a:solidFill>
                          <a:latin typeface="Calibri"/>
                        </a:rPr>
                        <a:t>75-100 gm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11,96,00,080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152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3.0%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27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0.4%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6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177172"/>
                  </a:ext>
                </a:extLst>
              </a:tr>
              <a:tr h="211273">
                <a:tc>
                  <a:txBody>
                    <a:bodyPr/>
                    <a:lstStyle/>
                    <a:p>
                      <a:pPr algn="ctr" fontAlgn="ctr"/>
                      <a:r>
                        <a:rPr sz="1350" b="1" u="none" i="0">
                          <a:solidFill>
                            <a:srgbClr val="FFFFFF"/>
                          </a:solidFill>
                          <a:latin typeface="Calibri"/>
                        </a:rPr>
                        <a:t>100-150 gm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8,96,79,305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84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2.2%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5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0.2%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D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402696"/>
                  </a:ext>
                </a:extLst>
              </a:tr>
              <a:tr h="218559">
                <a:tc>
                  <a:txBody>
                    <a:bodyPr/>
                    <a:lstStyle/>
                    <a:p>
                      <a:pPr algn="ctr" fontAlgn="ctr"/>
                      <a:r>
                        <a:rPr sz="1350" b="1" u="none" i="0">
                          <a:solidFill>
                            <a:srgbClr val="FFFFFF"/>
                          </a:solidFill>
                          <a:latin typeface="Calibri"/>
                        </a:rPr>
                        <a:t>&gt;150 gm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5,48,72,134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1.4%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0.1%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59053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C382F99-B805-A923-F797-54BFBD15510E}"/>
              </a:ext>
            </a:extLst>
          </p:cNvPr>
          <p:cNvGraphicFramePr>
            <a:graphicFrameLocks noGrp="1"/>
          </p:cNvGraphicFramePr>
          <p:nvPr/>
        </p:nvGraphicFramePr>
        <p:xfrm>
          <a:off x="92148" y="3648573"/>
          <a:ext cx="7615815" cy="2771530"/>
        </p:xfrm>
        <a:graphic>
          <a:graphicData uri="http://schemas.openxmlformats.org/drawingml/2006/table">
            <a:tbl>
              <a:tblPr/>
              <a:tblGrid>
                <a:gridCol w="1973388">
                  <a:extLst>
                    <a:ext uri="{9D8B030D-6E8A-4147-A177-3AD203B41FA5}">
                      <a16:colId xmlns:a16="http://schemas.microsoft.com/office/drawing/2014/main" val="1602281660"/>
                    </a:ext>
                  </a:extLst>
                </a:gridCol>
                <a:gridCol w="1739505">
                  <a:extLst>
                    <a:ext uri="{9D8B030D-6E8A-4147-A177-3AD203B41FA5}">
                      <a16:colId xmlns:a16="http://schemas.microsoft.com/office/drawing/2014/main" val="982532729"/>
                    </a:ext>
                  </a:extLst>
                </a:gridCol>
                <a:gridCol w="1140179">
                  <a:extLst>
                    <a:ext uri="{9D8B030D-6E8A-4147-A177-3AD203B41FA5}">
                      <a16:colId xmlns:a16="http://schemas.microsoft.com/office/drawing/2014/main" val="208827176"/>
                    </a:ext>
                  </a:extLst>
                </a:gridCol>
                <a:gridCol w="1432533">
                  <a:extLst>
                    <a:ext uri="{9D8B030D-6E8A-4147-A177-3AD203B41FA5}">
                      <a16:colId xmlns:a16="http://schemas.microsoft.com/office/drawing/2014/main" val="404237931"/>
                    </a:ext>
                  </a:extLst>
                </a:gridCol>
                <a:gridCol w="1330210">
                  <a:extLst>
                    <a:ext uri="{9D8B030D-6E8A-4147-A177-3AD203B41FA5}">
                      <a16:colId xmlns:a16="http://schemas.microsoft.com/office/drawing/2014/main" val="3199788822"/>
                    </a:ext>
                  </a:extLst>
                </a:gridCol>
              </a:tblGrid>
              <a:tr h="219270">
                <a:tc gridSpan="5">
                  <a:txBody>
                    <a:bodyPr/>
                    <a:lstStyle/>
                    <a:p>
                      <a:pPr algn="ctr" fontAlgn="ctr"/>
                      <a:r>
                        <a:rPr sz="1350" b="1" u="none" i="0">
                          <a:solidFill>
                            <a:srgbClr val="FFFFFF"/>
                          </a:solidFill>
                          <a:latin typeface="Calibri"/>
                        </a:rPr>
                        <a:t>For the month of Feb'25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947439"/>
                  </a:ext>
                </a:extLst>
              </a:tr>
              <a:tr h="21196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3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Gold Bill Band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3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Loyalty Sales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3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Loyalty Bills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3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 Loyalty Sales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3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 Loyalty Bills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8332159"/>
                  </a:ext>
                </a:extLst>
              </a:tr>
              <a:tr h="211961">
                <a:tc>
                  <a:txBody>
                    <a:bodyPr/>
                    <a:lstStyle/>
                    <a:p>
                      <a:pPr algn="ctr" fontAlgn="ctr"/>
                      <a:r>
                        <a:rPr sz="1350" b="1" u="none" i="0">
                          <a:solidFill>
                            <a:srgbClr val="FFFFFF"/>
                          </a:solidFill>
                          <a:latin typeface="Calibri"/>
                        </a:rPr>
                        <a:t>0-36k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28,12,31,772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14,594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7.0%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B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35.3%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9812483"/>
                  </a:ext>
                </a:extLst>
              </a:tr>
              <a:tr h="211961">
                <a:tc>
                  <a:txBody>
                    <a:bodyPr/>
                    <a:lstStyle/>
                    <a:p>
                      <a:pPr algn="ctr" fontAlgn="ctr"/>
                      <a:r>
                        <a:rPr sz="1350" b="1" u="none" i="0">
                          <a:solidFill>
                            <a:srgbClr val="FFFFFF"/>
                          </a:solidFill>
                          <a:latin typeface="Calibri"/>
                        </a:rPr>
                        <a:t>36k-72k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48,29,69,657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9,312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12.0%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49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22.5%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D2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890032"/>
                  </a:ext>
                </a:extLst>
              </a:tr>
              <a:tr h="211961">
                <a:tc>
                  <a:txBody>
                    <a:bodyPr/>
                    <a:lstStyle/>
                    <a:p>
                      <a:pPr algn="ctr" fontAlgn="ctr"/>
                      <a:r>
                        <a:rPr sz="1350" b="1" u="none" i="0">
                          <a:solidFill>
                            <a:srgbClr val="FFFFFF"/>
                          </a:solidFill>
                          <a:latin typeface="Calibri"/>
                        </a:rPr>
                        <a:t>72k-1.08L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49,03,87,356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5,480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12.2%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9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13.2%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2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760617"/>
                  </a:ext>
                </a:extLst>
              </a:tr>
              <a:tr h="211961">
                <a:tc>
                  <a:txBody>
                    <a:bodyPr/>
                    <a:lstStyle/>
                    <a:p>
                      <a:pPr algn="ctr" fontAlgn="ctr"/>
                      <a:r>
                        <a:rPr sz="1350" b="1" u="none" i="0">
                          <a:solidFill>
                            <a:srgbClr val="FFFFFF"/>
                          </a:solidFill>
                          <a:latin typeface="Calibri"/>
                        </a:rPr>
                        <a:t>1.08L-1.44L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45,17,79,141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3,633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11.2%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8.8%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4035584"/>
                  </a:ext>
                </a:extLst>
              </a:tr>
              <a:tr h="211961">
                <a:tc>
                  <a:txBody>
                    <a:bodyPr/>
                    <a:lstStyle/>
                    <a:p>
                      <a:pPr algn="ctr" fontAlgn="ctr"/>
                      <a:r>
                        <a:rPr sz="1350" b="1" u="none" i="0">
                          <a:solidFill>
                            <a:srgbClr val="FFFFFF"/>
                          </a:solidFill>
                          <a:latin typeface="Calibri"/>
                        </a:rPr>
                        <a:t>1.44L-2.16L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74,00,92,591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4,211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18.4%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10.2%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7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049851"/>
                  </a:ext>
                </a:extLst>
              </a:tr>
              <a:tr h="211961">
                <a:tc>
                  <a:txBody>
                    <a:bodyPr/>
                    <a:lstStyle/>
                    <a:p>
                      <a:pPr algn="ctr" fontAlgn="ctr"/>
                      <a:r>
                        <a:rPr sz="1350" b="1" u="none" i="0">
                          <a:solidFill>
                            <a:srgbClr val="FFFFFF"/>
                          </a:solidFill>
                          <a:latin typeface="Calibri"/>
                        </a:rPr>
                        <a:t>2.16L-2.88L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43,31,08,299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1,750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10.8%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4.2%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319867"/>
                  </a:ext>
                </a:extLst>
              </a:tr>
              <a:tr h="211961">
                <a:tc>
                  <a:txBody>
                    <a:bodyPr/>
                    <a:lstStyle/>
                    <a:p>
                      <a:pPr algn="ctr" fontAlgn="ctr"/>
                      <a:r>
                        <a:rPr sz="1350" b="1" u="none" i="0">
                          <a:solidFill>
                            <a:srgbClr val="FFFFFF"/>
                          </a:solidFill>
                          <a:latin typeface="Calibri"/>
                        </a:rPr>
                        <a:t>2.88-3.6L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29,70,36,662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930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7.4%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2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2.2%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D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042982"/>
                  </a:ext>
                </a:extLst>
              </a:tr>
              <a:tr h="211961">
                <a:tc>
                  <a:txBody>
                    <a:bodyPr/>
                    <a:lstStyle/>
                    <a:p>
                      <a:pPr algn="ctr" fontAlgn="ctr"/>
                      <a:r>
                        <a:rPr sz="1350" b="1" u="none" i="0">
                          <a:solidFill>
                            <a:srgbClr val="FFFFFF"/>
                          </a:solidFill>
                          <a:latin typeface="Calibri"/>
                        </a:rPr>
                        <a:t>3.6L-5.4L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40,21,50,855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929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10.0%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2.2%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D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6286410"/>
                  </a:ext>
                </a:extLst>
              </a:tr>
              <a:tr h="211961">
                <a:tc>
                  <a:txBody>
                    <a:bodyPr/>
                    <a:lstStyle/>
                    <a:p>
                      <a:pPr algn="ctr" fontAlgn="ctr"/>
                      <a:r>
                        <a:rPr sz="1350" b="1" u="none" i="0">
                          <a:solidFill>
                            <a:srgbClr val="FFFFFF"/>
                          </a:solidFill>
                          <a:latin typeface="Calibri"/>
                        </a:rPr>
                        <a:t>5.4L-7.2L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18,78,12,848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309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4.7%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91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0.7%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9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22459"/>
                  </a:ext>
                </a:extLst>
              </a:tr>
              <a:tr h="211961">
                <a:tc>
                  <a:txBody>
                    <a:bodyPr/>
                    <a:lstStyle/>
                    <a:p>
                      <a:pPr algn="ctr" fontAlgn="ctr"/>
                      <a:r>
                        <a:rPr sz="1350" b="1" u="none" i="0">
                          <a:solidFill>
                            <a:srgbClr val="FFFFFF"/>
                          </a:solidFill>
                          <a:latin typeface="Calibri"/>
                        </a:rPr>
                        <a:t>7.2L-10.8L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15,32,95,687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180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3.8%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1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0.4%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F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3638447"/>
                  </a:ext>
                </a:extLst>
              </a:tr>
              <a:tr h="219270">
                <a:tc>
                  <a:txBody>
                    <a:bodyPr/>
                    <a:lstStyle/>
                    <a:p>
                      <a:pPr algn="ctr" fontAlgn="ctr"/>
                      <a:r>
                        <a:rPr sz="1350" b="1" u="none" i="0">
                          <a:solidFill>
                            <a:srgbClr val="FFFFFF"/>
                          </a:solidFill>
                          <a:latin typeface="Calibri"/>
                        </a:rPr>
                        <a:t>&gt;10.8L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9,64,14,277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2.4%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0.2%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4332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3328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40DA59B-1F03-19A9-EE55-853BD0822BDF}"/>
              </a:ext>
            </a:extLst>
          </p:cNvPr>
          <p:cNvSpPr txBox="1"/>
          <p:nvPr/>
        </p:nvSpPr>
        <p:spPr>
          <a:xfrm>
            <a:off x="205483" y="222034"/>
            <a:ext cx="11496782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>
                <a:ln>
                  <a:noFill/>
                </a:ln>
                <a:solidFill>
                  <a:srgbClr val="BF9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Diamond Bill Banding Analysis</a:t>
            </a:r>
            <a:endParaRPr lang="en-IN" sz="2000" b="1" i="0" u="none" strike="noStrike" kern="1200" cap="none" spc="0" normalizeH="0" baseline="0" noProof="0">
              <a:ln>
                <a:noFill/>
              </a:ln>
              <a:solidFill>
                <a:srgbClr val="BF9000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C26D45-0300-66EA-78C4-17DD2F1E7956}"/>
              </a:ext>
            </a:extLst>
          </p:cNvPr>
          <p:cNvSpPr txBox="1"/>
          <p:nvPr/>
        </p:nvSpPr>
        <p:spPr>
          <a:xfrm>
            <a:off x="7962472" y="986317"/>
            <a:ext cx="3739793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IN">
                <a:solidFill>
                  <a:prstClr val="black"/>
                </a:solidFill>
                <a:latin typeface="Calibri" panose="020F0502020204030204"/>
              </a:rPr>
              <a:t>Insights:</a:t>
            </a:r>
            <a:endParaRPr lang="en-US"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EE59173-DE93-8106-C4F4-5CCACBDF3D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7099032"/>
              </p:ext>
            </p:extLst>
          </p:nvPr>
        </p:nvGraphicFramePr>
        <p:xfrm>
          <a:off x="205483" y="3857107"/>
          <a:ext cx="7500567" cy="2323284"/>
        </p:xfrm>
        <a:graphic>
          <a:graphicData uri="http://schemas.openxmlformats.org/drawingml/2006/table">
            <a:tbl>
              <a:tblPr/>
              <a:tblGrid>
                <a:gridCol w="1882612">
                  <a:extLst>
                    <a:ext uri="{9D8B030D-6E8A-4147-A177-3AD203B41FA5}">
                      <a16:colId xmlns:a16="http://schemas.microsoft.com/office/drawing/2014/main" val="501902273"/>
                    </a:ext>
                  </a:extLst>
                </a:gridCol>
                <a:gridCol w="1344723">
                  <a:extLst>
                    <a:ext uri="{9D8B030D-6E8A-4147-A177-3AD203B41FA5}">
                      <a16:colId xmlns:a16="http://schemas.microsoft.com/office/drawing/2014/main" val="4219633797"/>
                    </a:ext>
                  </a:extLst>
                </a:gridCol>
                <a:gridCol w="1240134">
                  <a:extLst>
                    <a:ext uri="{9D8B030D-6E8A-4147-A177-3AD203B41FA5}">
                      <a16:colId xmlns:a16="http://schemas.microsoft.com/office/drawing/2014/main" val="4250216965"/>
                    </a:ext>
                  </a:extLst>
                </a:gridCol>
                <a:gridCol w="1568844">
                  <a:extLst>
                    <a:ext uri="{9D8B030D-6E8A-4147-A177-3AD203B41FA5}">
                      <a16:colId xmlns:a16="http://schemas.microsoft.com/office/drawing/2014/main" val="3688470179"/>
                    </a:ext>
                  </a:extLst>
                </a:gridCol>
                <a:gridCol w="1464254">
                  <a:extLst>
                    <a:ext uri="{9D8B030D-6E8A-4147-A177-3AD203B41FA5}">
                      <a16:colId xmlns:a16="http://schemas.microsoft.com/office/drawing/2014/main" val="2763911388"/>
                    </a:ext>
                  </a:extLst>
                </a:gridCol>
              </a:tblGrid>
              <a:tr h="393777">
                <a:tc gridSpan="5"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For the month of Feb'25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350234"/>
                  </a:ext>
                </a:extLst>
              </a:tr>
              <a:tr h="39377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Diamond Bill Band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Loyalty Sales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Loyalty Bills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% Loyalty Sales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% Loyalty Bills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240397"/>
                  </a:ext>
                </a:extLst>
              </a:tr>
              <a:tr h="38065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0-25k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5,71,82,026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3,899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8.3%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32.2%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C0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702875"/>
                  </a:ext>
                </a:extLst>
              </a:tr>
              <a:tr h="38065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25k-50k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14,06,61,415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3,927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20.5%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F9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32.4%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81011"/>
                  </a:ext>
                </a:extLst>
              </a:tr>
              <a:tr h="38065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50k-1lac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19,65,49,152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2,836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28.6%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9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23.4%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B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386605"/>
                  </a:ext>
                </a:extLst>
              </a:tr>
              <a:tr h="39377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&gt;1lac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29,32,58,032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1,443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42.6%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11.9%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937053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5B18908-3480-53F3-8E70-D649C81254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2973572"/>
              </p:ext>
            </p:extLst>
          </p:nvPr>
        </p:nvGraphicFramePr>
        <p:xfrm>
          <a:off x="205482" y="986316"/>
          <a:ext cx="7500567" cy="2323284"/>
        </p:xfrm>
        <a:graphic>
          <a:graphicData uri="http://schemas.openxmlformats.org/drawingml/2006/table">
            <a:tbl>
              <a:tblPr/>
              <a:tblGrid>
                <a:gridCol w="1882612">
                  <a:extLst>
                    <a:ext uri="{9D8B030D-6E8A-4147-A177-3AD203B41FA5}">
                      <a16:colId xmlns:a16="http://schemas.microsoft.com/office/drawing/2014/main" val="241212305"/>
                    </a:ext>
                  </a:extLst>
                </a:gridCol>
                <a:gridCol w="1344723">
                  <a:extLst>
                    <a:ext uri="{9D8B030D-6E8A-4147-A177-3AD203B41FA5}">
                      <a16:colId xmlns:a16="http://schemas.microsoft.com/office/drawing/2014/main" val="1759658693"/>
                    </a:ext>
                  </a:extLst>
                </a:gridCol>
                <a:gridCol w="1240134">
                  <a:extLst>
                    <a:ext uri="{9D8B030D-6E8A-4147-A177-3AD203B41FA5}">
                      <a16:colId xmlns:a16="http://schemas.microsoft.com/office/drawing/2014/main" val="4153461036"/>
                    </a:ext>
                  </a:extLst>
                </a:gridCol>
                <a:gridCol w="1568844">
                  <a:extLst>
                    <a:ext uri="{9D8B030D-6E8A-4147-A177-3AD203B41FA5}">
                      <a16:colId xmlns:a16="http://schemas.microsoft.com/office/drawing/2014/main" val="3991597360"/>
                    </a:ext>
                  </a:extLst>
                </a:gridCol>
                <a:gridCol w="1464254">
                  <a:extLst>
                    <a:ext uri="{9D8B030D-6E8A-4147-A177-3AD203B41FA5}">
                      <a16:colId xmlns:a16="http://schemas.microsoft.com/office/drawing/2014/main" val="1481697580"/>
                    </a:ext>
                  </a:extLst>
                </a:gridCol>
              </a:tblGrid>
              <a:tr h="393777">
                <a:tc gridSpan="5"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For the month of Mar'25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11011"/>
                  </a:ext>
                </a:extLst>
              </a:tr>
              <a:tr h="39377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Diamond Bill Band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Loyalty Sales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Loyalty Bills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% Loyalty Sales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% Loyalty Bills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9763893"/>
                  </a:ext>
                </a:extLst>
              </a:tr>
              <a:tr h="38065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0-25k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3,26,23,279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2,304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8.2%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32.0%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8998988"/>
                  </a:ext>
                </a:extLst>
              </a:tr>
              <a:tr h="38065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25k-50k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8,07,14,252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2,243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20.3%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5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31.1%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CA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628757"/>
                  </a:ext>
                </a:extLst>
              </a:tr>
              <a:tr h="38065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50k-1lac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12,64,45,365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1,822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31.7%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DC9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25.3%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9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993526"/>
                  </a:ext>
                </a:extLst>
              </a:tr>
              <a:tr h="39377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&gt;1lac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15,84,95,418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835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39.8%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11.6%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1138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29061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B371718-B39B-482F-D1A0-53DA558DEEE7}"/>
              </a:ext>
            </a:extLst>
          </p:cNvPr>
          <p:cNvSpPr txBox="1"/>
          <p:nvPr/>
        </p:nvSpPr>
        <p:spPr>
          <a:xfrm>
            <a:off x="240225" y="114041"/>
            <a:ext cx="11605877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sz="2000" b="1">
                <a:solidFill>
                  <a:srgbClr val="BF9000"/>
                </a:solidFill>
              </a:rPr>
              <a:t>Diamond Bill Banding Analysis - Mar'25</a:t>
            </a:r>
            <a:endParaRPr lang="en-IN" sz="2000" b="1">
              <a:solidFill>
                <a:srgbClr val="BF9000"/>
              </a:solidFill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E7ECDC-271F-BA49-9646-D09846683957}"/>
              </a:ext>
            </a:extLst>
          </p:cNvPr>
          <p:cNvSpPr txBox="1"/>
          <p:nvPr/>
        </p:nvSpPr>
        <p:spPr>
          <a:xfrm>
            <a:off x="8299083" y="770561"/>
            <a:ext cx="365269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/>
              <a:t>Insights:</a:t>
            </a:r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E3B9F99-9D3A-E621-CE24-59C1BD8536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341099"/>
              </p:ext>
            </p:extLst>
          </p:nvPr>
        </p:nvGraphicFramePr>
        <p:xfrm>
          <a:off x="240224" y="821927"/>
          <a:ext cx="7953184" cy="5632314"/>
        </p:xfrm>
        <a:graphic>
          <a:graphicData uri="http://schemas.openxmlformats.org/drawingml/2006/table">
            <a:tbl>
              <a:tblPr/>
              <a:tblGrid>
                <a:gridCol w="2077993">
                  <a:extLst>
                    <a:ext uri="{9D8B030D-6E8A-4147-A177-3AD203B41FA5}">
                      <a16:colId xmlns:a16="http://schemas.microsoft.com/office/drawing/2014/main" val="3875389319"/>
                    </a:ext>
                  </a:extLst>
                </a:gridCol>
                <a:gridCol w="1614556">
                  <a:extLst>
                    <a:ext uri="{9D8B030D-6E8A-4147-A177-3AD203B41FA5}">
                      <a16:colId xmlns:a16="http://schemas.microsoft.com/office/drawing/2014/main" val="4014760976"/>
                    </a:ext>
                  </a:extLst>
                </a:gridCol>
                <a:gridCol w="1255766">
                  <a:extLst>
                    <a:ext uri="{9D8B030D-6E8A-4147-A177-3AD203B41FA5}">
                      <a16:colId xmlns:a16="http://schemas.microsoft.com/office/drawing/2014/main" val="746322160"/>
                    </a:ext>
                  </a:extLst>
                </a:gridCol>
                <a:gridCol w="1554758">
                  <a:extLst>
                    <a:ext uri="{9D8B030D-6E8A-4147-A177-3AD203B41FA5}">
                      <a16:colId xmlns:a16="http://schemas.microsoft.com/office/drawing/2014/main" val="998154557"/>
                    </a:ext>
                  </a:extLst>
                </a:gridCol>
                <a:gridCol w="1450111">
                  <a:extLst>
                    <a:ext uri="{9D8B030D-6E8A-4147-A177-3AD203B41FA5}">
                      <a16:colId xmlns:a16="http://schemas.microsoft.com/office/drawing/2014/main" val="434533077"/>
                    </a:ext>
                  </a:extLst>
                </a:gridCol>
              </a:tblGrid>
              <a:tr h="321234">
                <a:tc gridSpan="5"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For the month of Mar'25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31073"/>
                  </a:ext>
                </a:extLst>
              </a:tr>
              <a:tr h="32123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Diamond Bill Band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Loyalty Sales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Loyalty Bills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% Loyalty Sales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% Loyalty Bills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57034"/>
                  </a:ext>
                </a:extLst>
              </a:tr>
              <a:tr h="3105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0-5k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1,77,673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7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1574809"/>
                  </a:ext>
                </a:extLst>
              </a:tr>
              <a:tr h="3105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5k-10k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53,37,213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669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1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9.3%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2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841251"/>
                  </a:ext>
                </a:extLst>
              </a:tr>
              <a:tr h="3105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10k-15k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67,48,218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1.7%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9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261939"/>
                  </a:ext>
                </a:extLst>
              </a:tr>
              <a:tr h="32123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15k-20k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82,66,399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470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2.1%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91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D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7533540"/>
                  </a:ext>
                </a:extLst>
              </a:tr>
              <a:tr h="3105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20k-25k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1,20,93,776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537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2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8834078"/>
                  </a:ext>
                </a:extLst>
              </a:tr>
              <a:tr h="3105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25k-30k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1,55,40,651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566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3.9%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38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9781908"/>
                  </a:ext>
                </a:extLst>
              </a:tr>
              <a:tr h="3105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30k-40k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3,39,98,112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980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8.5%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49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13.6%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2218926"/>
                  </a:ext>
                </a:extLst>
              </a:tr>
              <a:tr h="3105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40k-50k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3,11,75,489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697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AA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9.7%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E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003717"/>
                  </a:ext>
                </a:extLst>
              </a:tr>
              <a:tr h="3105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50k-60k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3,02,05,980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552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F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011409"/>
                  </a:ext>
                </a:extLst>
              </a:tr>
              <a:tr h="3105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60k-75k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4,75,61,814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11.9%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C6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9.8%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E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4631381"/>
                  </a:ext>
                </a:extLst>
              </a:tr>
              <a:tr h="3105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75k-1lac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4,86,77,571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566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12.2%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C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1523303"/>
                  </a:ext>
                </a:extLst>
              </a:tr>
              <a:tr h="3105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1-1.5lac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5,15,69,180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429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12.9%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3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120761"/>
                  </a:ext>
                </a:extLst>
              </a:tr>
              <a:tr h="3105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1.5-2lac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2,89,60,603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167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427447"/>
                  </a:ext>
                </a:extLst>
              </a:tr>
              <a:tr h="3105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2-3lac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3,48,80,465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146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8.8%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1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9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889458"/>
                  </a:ext>
                </a:extLst>
              </a:tr>
              <a:tr h="3105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3-5lac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2,68,92,711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A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5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4521789"/>
                  </a:ext>
                </a:extLst>
              </a:tr>
              <a:tr h="32123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&gt;5Lac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1,61,92,459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4.1%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78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0.3%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9585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40228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B371718-B39B-482F-D1A0-53DA558DEEE7}"/>
              </a:ext>
            </a:extLst>
          </p:cNvPr>
          <p:cNvSpPr txBox="1"/>
          <p:nvPr/>
        </p:nvSpPr>
        <p:spPr>
          <a:xfrm>
            <a:off x="240225" y="114041"/>
            <a:ext cx="11605877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000" b="1" u="none" i="0">
                <a:solidFill>
                  <a:srgbClr val="BF9000"/>
                </a:solidFill>
                <a:latin typeface="Calibri"/>
              </a:rPr>
              <a:t>Diamond Bill Banding Analysis - Feb'25</a:t>
            </a:r>
            <a:endParaRPr lang="en-IN" sz="2000" b="1" i="0" u="none" strike="noStrike" kern="1200" cap="none" spc="0" normalizeH="0" baseline="0" noProof="0">
              <a:ln>
                <a:noFill/>
              </a:ln>
              <a:solidFill>
                <a:srgbClr val="BF9000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E7ECDC-271F-BA49-9646-D09846683957}"/>
              </a:ext>
            </a:extLst>
          </p:cNvPr>
          <p:cNvSpPr txBox="1"/>
          <p:nvPr/>
        </p:nvSpPr>
        <p:spPr>
          <a:xfrm>
            <a:off x="8299083" y="770561"/>
            <a:ext cx="365269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IN">
                <a:solidFill>
                  <a:prstClr val="black"/>
                </a:solidFill>
                <a:latin typeface="Calibri" panose="020F0502020204030204"/>
              </a:rPr>
              <a:t>Insights:</a:t>
            </a:r>
            <a:endParaRPr lang="en-US">
              <a:ea typeface="+mn-ea"/>
              <a:cs typeface="+mn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FF1F1FF-BD73-422D-93E1-6127A027CA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3939295"/>
              </p:ext>
            </p:extLst>
          </p:nvPr>
        </p:nvGraphicFramePr>
        <p:xfrm>
          <a:off x="240224" y="803783"/>
          <a:ext cx="7953184" cy="5580950"/>
        </p:xfrm>
        <a:graphic>
          <a:graphicData uri="http://schemas.openxmlformats.org/drawingml/2006/table">
            <a:tbl>
              <a:tblPr/>
              <a:tblGrid>
                <a:gridCol w="2077993">
                  <a:extLst>
                    <a:ext uri="{9D8B030D-6E8A-4147-A177-3AD203B41FA5}">
                      <a16:colId xmlns:a16="http://schemas.microsoft.com/office/drawing/2014/main" val="397999643"/>
                    </a:ext>
                  </a:extLst>
                </a:gridCol>
                <a:gridCol w="1614556">
                  <a:extLst>
                    <a:ext uri="{9D8B030D-6E8A-4147-A177-3AD203B41FA5}">
                      <a16:colId xmlns:a16="http://schemas.microsoft.com/office/drawing/2014/main" val="2128635787"/>
                    </a:ext>
                  </a:extLst>
                </a:gridCol>
                <a:gridCol w="1255766">
                  <a:extLst>
                    <a:ext uri="{9D8B030D-6E8A-4147-A177-3AD203B41FA5}">
                      <a16:colId xmlns:a16="http://schemas.microsoft.com/office/drawing/2014/main" val="2606437383"/>
                    </a:ext>
                  </a:extLst>
                </a:gridCol>
                <a:gridCol w="1554758">
                  <a:extLst>
                    <a:ext uri="{9D8B030D-6E8A-4147-A177-3AD203B41FA5}">
                      <a16:colId xmlns:a16="http://schemas.microsoft.com/office/drawing/2014/main" val="2518904310"/>
                    </a:ext>
                  </a:extLst>
                </a:gridCol>
                <a:gridCol w="1450111">
                  <a:extLst>
                    <a:ext uri="{9D8B030D-6E8A-4147-A177-3AD203B41FA5}">
                      <a16:colId xmlns:a16="http://schemas.microsoft.com/office/drawing/2014/main" val="3361793500"/>
                    </a:ext>
                  </a:extLst>
                </a:gridCol>
              </a:tblGrid>
              <a:tr h="318305">
                <a:tc gridSpan="5"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For the month of Feb'25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>
                          <a:solidFill/>
                        </a:rPr>
                        <a:t/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016942"/>
                  </a:ext>
                </a:extLst>
              </a:tr>
              <a:tr h="31830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Diamond Bill Band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Loyalty Sales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Loyalty Bills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% Loyalty Sales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% Loyalty Bills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392723"/>
                  </a:ext>
                </a:extLst>
              </a:tr>
              <a:tr h="30769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0-5k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2,31,121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87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0.7%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E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4783964"/>
                  </a:ext>
                </a:extLst>
              </a:tr>
              <a:tr h="30769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5k-10k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79,38,079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1,025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E7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8.5%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A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340014"/>
                  </a:ext>
                </a:extLst>
              </a:tr>
              <a:tr h="30769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10k-15k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1,15,37,893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934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1.7%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7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600456"/>
                  </a:ext>
                </a:extLst>
              </a:tr>
              <a:tr h="31830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15k-20k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1,54,58,918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879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90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02705"/>
                  </a:ext>
                </a:extLst>
              </a:tr>
              <a:tr h="30769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20k-25k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2,20,16,015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974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3.2%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2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8.0%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538561"/>
                  </a:ext>
                </a:extLst>
              </a:tr>
              <a:tr h="30769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25k-30k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2,85,32,274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1,041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4.1%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28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8.6%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941847"/>
                  </a:ext>
                </a:extLst>
              </a:tr>
              <a:tr h="30769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30k-40k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5,91,47,080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1,706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8.6%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59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14.1%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4297332"/>
                  </a:ext>
                </a:extLst>
              </a:tr>
              <a:tr h="30769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40k-50k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5,29,82,061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1,180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7.7%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9.7%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5256725"/>
                  </a:ext>
                </a:extLst>
              </a:tr>
              <a:tr h="30769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50k-60k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5,11,07,611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932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7.4%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0961741"/>
                  </a:ext>
                </a:extLst>
              </a:tr>
              <a:tr h="30769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60k-75k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6,48,14,124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966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9.4%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DC9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8.0%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6346477"/>
                  </a:ext>
                </a:extLst>
              </a:tr>
              <a:tr h="30769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75k-1lac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8,06,27,417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938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11.7%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C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013603"/>
                  </a:ext>
                </a:extLst>
              </a:tr>
              <a:tr h="30769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1-1.5lac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8,47,35,196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699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12.3%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D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0445802"/>
                  </a:ext>
                </a:extLst>
              </a:tr>
              <a:tr h="30769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1.5-2lac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5,45,06,693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7.9%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91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7410760"/>
                  </a:ext>
                </a:extLst>
              </a:tr>
              <a:tr h="30769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2-3lac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5,80,59,058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237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8.4%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79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6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768019"/>
                  </a:ext>
                </a:extLst>
              </a:tr>
              <a:tr h="30769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3-5lac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5,24,40,603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138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5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236963"/>
                  </a:ext>
                </a:extLst>
              </a:tr>
              <a:tr h="31830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&gt;5Lac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4,35,16,482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B9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0.4%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980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58438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20ED6E7-4912-4D85-A837-C4ED793ACC82}"/>
              </a:ext>
            </a:extLst>
          </p:cNvPr>
          <p:cNvSpPr/>
          <p:nvPr/>
        </p:nvSpPr>
        <p:spPr>
          <a:xfrm>
            <a:off x="0" y="3610"/>
            <a:ext cx="12192000" cy="6864664"/>
          </a:xfrm>
          <a:prstGeom prst="rect">
            <a:avLst/>
          </a:prstGeom>
          <a:solidFill>
            <a:schemeClr val="accent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51C71C4-CCA6-476C-9CF1-C42374DC2878}"/>
              </a:ext>
            </a:extLst>
          </p:cNvPr>
          <p:cNvSpPr/>
          <p:nvPr/>
        </p:nvSpPr>
        <p:spPr>
          <a:xfrm>
            <a:off x="2867286" y="4666251"/>
            <a:ext cx="6251944" cy="9144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Win-back vs Lapsed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9964A7-6C83-41B1-B753-DD8FBF6E67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8280" y="407348"/>
            <a:ext cx="6729956" cy="2798967"/>
          </a:xfrm>
          <a:prstGeom prst="rect">
            <a:avLst/>
          </a:prstGeom>
        </p:spPr>
      </p:pic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3B133C8-96E9-96C2-B413-6C3BF0CB3C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3369545"/>
            <a:ext cx="3810000" cy="11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7472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323BD8D-3EB7-1F6B-66C0-361AED4A7766}"/>
              </a:ext>
            </a:extLst>
          </p:cNvPr>
          <p:cNvSpPr txBox="1"/>
          <p:nvPr/>
        </p:nvSpPr>
        <p:spPr>
          <a:xfrm>
            <a:off x="174661" y="62523"/>
            <a:ext cx="9259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Win-back v/s Lapsed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70BBF9-355C-31EA-DE5F-EB3711EE8ABA}"/>
              </a:ext>
            </a:extLst>
          </p:cNvPr>
          <p:cNvSpPr txBox="1"/>
          <p:nvPr/>
        </p:nvSpPr>
        <p:spPr>
          <a:xfrm>
            <a:off x="8928243" y="554805"/>
            <a:ext cx="3089096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IN">
                <a:solidFill>
                  <a:prstClr val="black"/>
                </a:solidFill>
                <a:latin typeface="Calibri" panose="020F0502020204030204"/>
              </a:rPr>
              <a:t>Insights:</a:t>
            </a:r>
            <a:endParaRPr lang="en-US">
              <a:ea typeface="+mn-ea"/>
              <a:cs typeface="+mn-cs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A2C635C-862F-9A16-2D07-E62B85CE3C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074953"/>
              </p:ext>
            </p:extLst>
          </p:nvPr>
        </p:nvGraphicFramePr>
        <p:xfrm>
          <a:off x="174661" y="638572"/>
          <a:ext cx="8486454" cy="2804844"/>
        </p:xfrm>
        <a:graphic>
          <a:graphicData uri="http://schemas.openxmlformats.org/drawingml/2006/table">
            <a:tbl>
              <a:tblPr/>
              <a:tblGrid>
                <a:gridCol w="4599802">
                  <a:extLst>
                    <a:ext uri="{9D8B030D-6E8A-4147-A177-3AD203B41FA5}">
                      <a16:colId xmlns:a16="http://schemas.microsoft.com/office/drawing/2014/main" val="3207729765"/>
                    </a:ext>
                  </a:extLst>
                </a:gridCol>
                <a:gridCol w="3886652">
                  <a:extLst>
                    <a:ext uri="{9D8B030D-6E8A-4147-A177-3AD203B41FA5}">
                      <a16:colId xmlns:a16="http://schemas.microsoft.com/office/drawing/2014/main" val="4175563205"/>
                    </a:ext>
                  </a:extLst>
                </a:gridCol>
              </a:tblGrid>
              <a:tr h="356548">
                <a:tc gridSpan="2"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For the month of Mar'25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/>
                        <a:t/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8293622"/>
                  </a:ext>
                </a:extLst>
              </a:tr>
              <a:tr h="356548"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KPIs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Win Back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6961150"/>
                  </a:ext>
                </a:extLst>
              </a:tr>
              <a:tr h="344663"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Customers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5,173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370122"/>
                  </a:ext>
                </a:extLst>
              </a:tr>
              <a:tr h="344663"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Sales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36 Cr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0884596"/>
                  </a:ext>
                </a:extLst>
              </a:tr>
              <a:tr h="356548"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Bills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5,474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0027695"/>
                  </a:ext>
                </a:extLst>
              </a:tr>
              <a:tr h="344663"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ATV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65,924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1111022"/>
                  </a:ext>
                </a:extLst>
              </a:tr>
              <a:tr h="344663"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AMV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69,760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9129753"/>
                  </a:ext>
                </a:extLst>
              </a:tr>
              <a:tr h="356548"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Overall ATV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72,864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057297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1DCEBD5-4AAE-A02C-C124-6FB201522E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633898"/>
              </p:ext>
            </p:extLst>
          </p:nvPr>
        </p:nvGraphicFramePr>
        <p:xfrm>
          <a:off x="174660" y="3623466"/>
          <a:ext cx="8486453" cy="2804842"/>
        </p:xfrm>
        <a:graphic>
          <a:graphicData uri="http://schemas.openxmlformats.org/drawingml/2006/table">
            <a:tbl>
              <a:tblPr/>
              <a:tblGrid>
                <a:gridCol w="2415620">
                  <a:extLst>
                    <a:ext uri="{9D8B030D-6E8A-4147-A177-3AD203B41FA5}">
                      <a16:colId xmlns:a16="http://schemas.microsoft.com/office/drawing/2014/main" val="2482941772"/>
                    </a:ext>
                  </a:extLst>
                </a:gridCol>
                <a:gridCol w="2193128">
                  <a:extLst>
                    <a:ext uri="{9D8B030D-6E8A-4147-A177-3AD203B41FA5}">
                      <a16:colId xmlns:a16="http://schemas.microsoft.com/office/drawing/2014/main" val="4150298929"/>
                    </a:ext>
                  </a:extLst>
                </a:gridCol>
                <a:gridCol w="1636900">
                  <a:extLst>
                    <a:ext uri="{9D8B030D-6E8A-4147-A177-3AD203B41FA5}">
                      <a16:colId xmlns:a16="http://schemas.microsoft.com/office/drawing/2014/main" val="1598208105"/>
                    </a:ext>
                  </a:extLst>
                </a:gridCol>
                <a:gridCol w="2240805">
                  <a:extLst>
                    <a:ext uri="{9D8B030D-6E8A-4147-A177-3AD203B41FA5}">
                      <a16:colId xmlns:a16="http://schemas.microsoft.com/office/drawing/2014/main" val="2608003025"/>
                    </a:ext>
                  </a:extLst>
                </a:gridCol>
              </a:tblGrid>
              <a:tr h="572417"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KPIs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Apr'24-Mar'25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Apr'23-Mar'24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% Change from previous year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5976082"/>
                  </a:ext>
                </a:extLst>
              </a:tr>
              <a:tr h="553336"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Winback Customers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96,044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89,752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6105321"/>
                  </a:ext>
                </a:extLst>
              </a:tr>
              <a:tr h="553336"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Winback Sales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661 Cr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537 Cr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1030350"/>
                  </a:ext>
                </a:extLst>
              </a:tr>
              <a:tr h="553336"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Winback Bills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1,01,384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94,818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9427287"/>
                  </a:ext>
                </a:extLst>
              </a:tr>
              <a:tr h="572417"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Winback ATV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65,158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56,680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5510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92134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CA3D53B-8BE2-F10A-2E10-9012BB37E1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4175900"/>
              </p:ext>
            </p:extLst>
          </p:nvPr>
        </p:nvGraphicFramePr>
        <p:xfrm>
          <a:off x="124755" y="682372"/>
          <a:ext cx="8834308" cy="2019733"/>
        </p:xfrm>
        <a:graphic>
          <a:graphicData uri="http://schemas.openxmlformats.org/drawingml/2006/table">
            <a:tbl>
              <a:tblPr/>
              <a:tblGrid>
                <a:gridCol w="1262044">
                  <a:extLst>
                    <a:ext uri="{9D8B030D-6E8A-4147-A177-3AD203B41FA5}">
                      <a16:colId xmlns:a16="http://schemas.microsoft.com/office/drawing/2014/main" val="2579198817"/>
                    </a:ext>
                  </a:extLst>
                </a:gridCol>
                <a:gridCol w="1262044">
                  <a:extLst>
                    <a:ext uri="{9D8B030D-6E8A-4147-A177-3AD203B41FA5}">
                      <a16:colId xmlns:a16="http://schemas.microsoft.com/office/drawing/2014/main" val="1042796706"/>
                    </a:ext>
                  </a:extLst>
                </a:gridCol>
                <a:gridCol w="1262044">
                  <a:extLst>
                    <a:ext uri="{9D8B030D-6E8A-4147-A177-3AD203B41FA5}">
                      <a16:colId xmlns:a16="http://schemas.microsoft.com/office/drawing/2014/main" val="323370812"/>
                    </a:ext>
                  </a:extLst>
                </a:gridCol>
                <a:gridCol w="1262044">
                  <a:extLst>
                    <a:ext uri="{9D8B030D-6E8A-4147-A177-3AD203B41FA5}">
                      <a16:colId xmlns:a16="http://schemas.microsoft.com/office/drawing/2014/main" val="1201235089"/>
                    </a:ext>
                  </a:extLst>
                </a:gridCol>
                <a:gridCol w="1262044">
                  <a:extLst>
                    <a:ext uri="{9D8B030D-6E8A-4147-A177-3AD203B41FA5}">
                      <a16:colId xmlns:a16="http://schemas.microsoft.com/office/drawing/2014/main" val="84294233"/>
                    </a:ext>
                  </a:extLst>
                </a:gridCol>
                <a:gridCol w="1262044">
                  <a:extLst>
                    <a:ext uri="{9D8B030D-6E8A-4147-A177-3AD203B41FA5}">
                      <a16:colId xmlns:a16="http://schemas.microsoft.com/office/drawing/2014/main" val="103714947"/>
                    </a:ext>
                  </a:extLst>
                </a:gridCol>
                <a:gridCol w="1262044">
                  <a:extLst>
                    <a:ext uri="{9D8B030D-6E8A-4147-A177-3AD203B41FA5}">
                      <a16:colId xmlns:a16="http://schemas.microsoft.com/office/drawing/2014/main" val="3889391087"/>
                    </a:ext>
                  </a:extLst>
                </a:gridCol>
              </a:tblGrid>
              <a:tr h="336433">
                <a:tc gridSpan="7"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Win-Back Customers ( days since last visit &gt; 540 )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r>
                        <a:rPr/>
                        <a:t/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r>
                        <a:rPr/>
                        <a:t/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r>
                        <a:rPr/>
                        <a:t/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r>
                        <a:rPr/>
                        <a:t/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r>
                        <a:rPr/>
                        <a:t/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r>
                        <a:rPr/>
                        <a:t/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9298764"/>
                  </a:ext>
                </a:extLst>
              </a:tr>
              <a:tr h="280550">
                <a:tc>
                  <a:txBody>
                    <a:bodyPr/>
                    <a:lstStyle/>
                    <a:p>
                      <a:pPr algn="ctr" fontAlgn="b"/>
                      <a:r>
                        <a:rPr sz="1200" b="1" u="none" i="0">
                          <a:solidFill>
                            <a:schemeClr val="bg1"/>
                          </a:solidFill>
                          <a:latin typeface="Calibri"/>
                        </a:rPr>
                        <a:t>KPIs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b="1" u="none" i="0">
                          <a:solidFill>
                            <a:schemeClr val="bg1"/>
                          </a:solidFill>
                          <a:latin typeface="Calibri"/>
                        </a:rPr>
                        <a:t>Oct’24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b="1" u="none" i="0">
                          <a:solidFill>
                            <a:schemeClr val="bg1"/>
                          </a:solidFill>
                          <a:latin typeface="Calibri"/>
                        </a:rPr>
                        <a:t>Nov'24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b="1" u="none" i="0">
                          <a:solidFill>
                            <a:schemeClr val="bg1"/>
                          </a:solidFill>
                          <a:latin typeface="Calibri"/>
                        </a:rPr>
                        <a:t>Dec'24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b="1" u="none" i="0">
                          <a:solidFill>
                            <a:schemeClr val="bg1"/>
                          </a:solidFill>
                          <a:latin typeface="Calibri"/>
                        </a:rPr>
                        <a:t>Jan'25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b="1" u="none" i="0">
                          <a:solidFill>
                            <a:schemeClr val="bg1"/>
                          </a:solidFill>
                          <a:latin typeface="Calibri"/>
                        </a:rPr>
                        <a:t>Feb'25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b="1" u="none" i="0">
                          <a:solidFill>
                            <a:schemeClr val="bg1"/>
                          </a:solidFill>
                          <a:latin typeface="Calibri"/>
                        </a:rPr>
                        <a:t>Mar'25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336051"/>
                  </a:ext>
                </a:extLst>
              </a:tr>
              <a:tr h="280550">
                <a:tc>
                  <a:txBody>
                    <a:bodyPr/>
                    <a:lstStyle/>
                    <a:p>
                      <a:pPr algn="ctr" fontAlgn="b"/>
                      <a:r>
                        <a:rPr sz="1200" b="1" u="none" i="0">
                          <a:solidFill>
                            <a:schemeClr val="bg1"/>
                          </a:solidFill>
                          <a:latin typeface="Calibri"/>
                        </a:rPr>
                        <a:t>Customers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16,485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8,410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7,126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7,637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8,098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5,173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6837117"/>
                  </a:ext>
                </a:extLst>
              </a:tr>
              <a:tr h="280550">
                <a:tc>
                  <a:txBody>
                    <a:bodyPr/>
                    <a:lstStyle/>
                    <a:p>
                      <a:pPr algn="ctr" fontAlgn="b"/>
                      <a:r>
                        <a:rPr sz="1200" b="1" u="none" i="0">
                          <a:solidFill>
                            <a:schemeClr val="bg1"/>
                          </a:solidFill>
                          <a:latin typeface="Calibri"/>
                        </a:rPr>
                        <a:t>Sales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109 Cr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59 Cr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47 Cr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53 Cr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53 Cr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36 Cr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2458666"/>
                  </a:ext>
                </a:extLst>
              </a:tr>
              <a:tr h="280550">
                <a:tc>
                  <a:txBody>
                    <a:bodyPr/>
                    <a:lstStyle/>
                    <a:p>
                      <a:pPr algn="ctr" fontAlgn="b"/>
                      <a:r>
                        <a:rPr sz="1200" b="1" u="none" i="0">
                          <a:solidFill>
                            <a:schemeClr val="bg1"/>
                          </a:solidFill>
                          <a:latin typeface="Calibri"/>
                        </a:rPr>
                        <a:t>Bills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17,418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8,921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7,514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8,042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8,578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5,474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420370"/>
                  </a:ext>
                </a:extLst>
              </a:tr>
              <a:tr h="280550">
                <a:tc>
                  <a:txBody>
                    <a:bodyPr/>
                    <a:lstStyle/>
                    <a:p>
                      <a:pPr algn="ctr" fontAlgn="b"/>
                      <a:r>
                        <a:rPr sz="1200" b="1" u="none" i="0">
                          <a:solidFill>
                            <a:schemeClr val="bg1"/>
                          </a:solidFill>
                          <a:latin typeface="Calibri"/>
                        </a:rPr>
                        <a:t>ATV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62,612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65,753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62,509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66,029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61,723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65,924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8202421"/>
                  </a:ext>
                </a:extLst>
              </a:tr>
              <a:tr h="280550">
                <a:tc>
                  <a:txBody>
                    <a:bodyPr/>
                    <a:lstStyle/>
                    <a:p>
                      <a:pPr algn="ctr" fontAlgn="b"/>
                      <a:r>
                        <a:rPr sz="1200" b="1" u="none" i="0">
                          <a:solidFill>
                            <a:schemeClr val="bg1"/>
                          </a:solidFill>
                          <a:latin typeface="Calibri"/>
                        </a:rPr>
                        <a:t>AMV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66,156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69,748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65,912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69,530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65,381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69,760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889187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39ACAD2-7EBC-5BD1-D156-CB874770D5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2150333"/>
              </p:ext>
            </p:extLst>
          </p:nvPr>
        </p:nvGraphicFramePr>
        <p:xfrm>
          <a:off x="114584" y="4790215"/>
          <a:ext cx="8854650" cy="1647294"/>
        </p:xfrm>
        <a:graphic>
          <a:graphicData uri="http://schemas.openxmlformats.org/drawingml/2006/table">
            <a:tbl>
              <a:tblPr/>
              <a:tblGrid>
                <a:gridCol w="1264950">
                  <a:extLst>
                    <a:ext uri="{9D8B030D-6E8A-4147-A177-3AD203B41FA5}">
                      <a16:colId xmlns:a16="http://schemas.microsoft.com/office/drawing/2014/main" val="2579198817"/>
                    </a:ext>
                  </a:extLst>
                </a:gridCol>
                <a:gridCol w="1264950">
                  <a:extLst>
                    <a:ext uri="{9D8B030D-6E8A-4147-A177-3AD203B41FA5}">
                      <a16:colId xmlns:a16="http://schemas.microsoft.com/office/drawing/2014/main" val="377654509"/>
                    </a:ext>
                  </a:extLst>
                </a:gridCol>
                <a:gridCol w="1264950">
                  <a:extLst>
                    <a:ext uri="{9D8B030D-6E8A-4147-A177-3AD203B41FA5}">
                      <a16:colId xmlns:a16="http://schemas.microsoft.com/office/drawing/2014/main" val="2269203427"/>
                    </a:ext>
                  </a:extLst>
                </a:gridCol>
                <a:gridCol w="1264950">
                  <a:extLst>
                    <a:ext uri="{9D8B030D-6E8A-4147-A177-3AD203B41FA5}">
                      <a16:colId xmlns:a16="http://schemas.microsoft.com/office/drawing/2014/main" val="1075879462"/>
                    </a:ext>
                  </a:extLst>
                </a:gridCol>
                <a:gridCol w="1264950">
                  <a:extLst>
                    <a:ext uri="{9D8B030D-6E8A-4147-A177-3AD203B41FA5}">
                      <a16:colId xmlns:a16="http://schemas.microsoft.com/office/drawing/2014/main" val="1805957010"/>
                    </a:ext>
                  </a:extLst>
                </a:gridCol>
                <a:gridCol w="1264950">
                  <a:extLst>
                    <a:ext uri="{9D8B030D-6E8A-4147-A177-3AD203B41FA5}">
                      <a16:colId xmlns:a16="http://schemas.microsoft.com/office/drawing/2014/main" val="3321974036"/>
                    </a:ext>
                  </a:extLst>
                </a:gridCol>
                <a:gridCol w="1264950">
                  <a:extLst>
                    <a:ext uri="{9D8B030D-6E8A-4147-A177-3AD203B41FA5}">
                      <a16:colId xmlns:a16="http://schemas.microsoft.com/office/drawing/2014/main" val="3165518002"/>
                    </a:ext>
                  </a:extLst>
                </a:gridCol>
              </a:tblGrid>
              <a:tr h="282246">
                <a:tc gridSpan="7"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Customers (540&lt;recency&lt;570)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r>
                        <a:rPr/>
                        <a:t/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r>
                        <a:rPr/>
                        <a:t/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r>
                        <a:rPr/>
                        <a:t/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r>
                        <a:rPr/>
                        <a:t/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r>
                        <a:rPr/>
                        <a:t/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r>
                        <a:rPr/>
                        <a:t/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9298764"/>
                  </a:ext>
                </a:extLst>
              </a:tr>
              <a:tr h="227508">
                <a:tc>
                  <a:txBody>
                    <a:bodyPr/>
                    <a:lstStyle/>
                    <a:p>
                      <a:pPr algn="ctr" fontAlgn="b"/>
                      <a:r>
                        <a:rPr sz="1200" b="1" u="none" i="0">
                          <a:solidFill>
                            <a:schemeClr val="bg1"/>
                          </a:solidFill>
                          <a:latin typeface="Calibri"/>
                        </a:rPr>
                        <a:t>KPIs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b="1" u="none" i="0">
                          <a:solidFill>
                            <a:schemeClr val="bg1"/>
                          </a:solidFill>
                          <a:latin typeface="Calibri"/>
                        </a:rPr>
                        <a:t>Oct’24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b="1" u="none" i="0">
                          <a:solidFill>
                            <a:schemeClr val="bg1"/>
                          </a:solidFill>
                          <a:latin typeface="Calibri"/>
                        </a:rPr>
                        <a:t>Nov'24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b="1" u="none" i="0">
                          <a:solidFill>
                            <a:schemeClr val="bg1"/>
                          </a:solidFill>
                          <a:latin typeface="Calibri"/>
                        </a:rPr>
                        <a:t>Dec'24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b="1" u="none" i="0">
                          <a:solidFill>
                            <a:schemeClr val="bg1"/>
                          </a:solidFill>
                          <a:latin typeface="Calibri"/>
                        </a:rPr>
                        <a:t>Jan'25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b="1" u="none" i="0">
                          <a:solidFill>
                            <a:schemeClr val="bg1"/>
                          </a:solidFill>
                          <a:latin typeface="Calibri"/>
                        </a:rPr>
                        <a:t>Feb'25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b="1" u="none" i="0">
                          <a:solidFill>
                            <a:schemeClr val="bg1"/>
                          </a:solidFill>
                          <a:latin typeface="Calibri"/>
                        </a:rPr>
                        <a:t>Mar'25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336051"/>
                  </a:ext>
                </a:extLst>
              </a:tr>
              <a:tr h="227508">
                <a:tc>
                  <a:txBody>
                    <a:bodyPr/>
                    <a:lstStyle/>
                    <a:p>
                      <a:pPr algn="ctr" fontAlgn="b"/>
                      <a:r>
                        <a:rPr sz="1200" b="1" u="none" i="0">
                          <a:solidFill>
                            <a:schemeClr val="bg1"/>
                          </a:solidFill>
                          <a:latin typeface="Calibri"/>
                        </a:rPr>
                        <a:t>Customers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41,271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25,233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29,952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23,451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25,153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30,679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6837117"/>
                  </a:ext>
                </a:extLst>
              </a:tr>
              <a:tr h="227508">
                <a:tc>
                  <a:txBody>
                    <a:bodyPr/>
                    <a:lstStyle/>
                    <a:p>
                      <a:pPr algn="ctr" fontAlgn="b"/>
                      <a:r>
                        <a:rPr sz="1200" b="1" u="none" i="0">
                          <a:solidFill>
                            <a:schemeClr val="bg1"/>
                          </a:solidFill>
                          <a:latin typeface="Calibri"/>
                        </a:rPr>
                        <a:t>Sales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320 Cr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186 Cr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236 Cr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190 Cr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210 Cr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258 Cr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2458666"/>
                  </a:ext>
                </a:extLst>
              </a:tr>
              <a:tr h="227508">
                <a:tc>
                  <a:txBody>
                    <a:bodyPr/>
                    <a:lstStyle/>
                    <a:p>
                      <a:pPr algn="ctr" fontAlgn="b"/>
                      <a:r>
                        <a:rPr sz="1200" b="1" u="none" i="0">
                          <a:solidFill>
                            <a:schemeClr val="bg1"/>
                          </a:solidFill>
                          <a:latin typeface="Calibri"/>
                        </a:rPr>
                        <a:t>Bills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54,958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32,578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38,897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30,381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32,606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39,597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420370"/>
                  </a:ext>
                </a:extLst>
              </a:tr>
              <a:tr h="227508">
                <a:tc>
                  <a:txBody>
                    <a:bodyPr/>
                    <a:lstStyle/>
                    <a:p>
                      <a:pPr algn="ctr" fontAlgn="b"/>
                      <a:r>
                        <a:rPr sz="1200" b="1" u="none" i="0">
                          <a:solidFill>
                            <a:schemeClr val="bg1"/>
                          </a:solidFill>
                          <a:latin typeface="Calibri"/>
                        </a:rPr>
                        <a:t>ATV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58,302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56,998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60,765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62,471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64,310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65,095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8202421"/>
                  </a:ext>
                </a:extLst>
              </a:tr>
              <a:tr h="227508">
                <a:tc>
                  <a:txBody>
                    <a:bodyPr/>
                    <a:lstStyle/>
                    <a:p>
                      <a:pPr algn="ctr" fontAlgn="b"/>
                      <a:r>
                        <a:rPr sz="1200" b="1" u="none" i="0">
                          <a:solidFill>
                            <a:schemeClr val="bg1"/>
                          </a:solidFill>
                          <a:latin typeface="Calibri"/>
                        </a:rPr>
                        <a:t>AMV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77,637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73,590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78,912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80,932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83,365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84,017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889187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170BB73-363A-6E8D-045E-8E8CF819261E}"/>
              </a:ext>
            </a:extLst>
          </p:cNvPr>
          <p:cNvSpPr txBox="1"/>
          <p:nvPr/>
        </p:nvSpPr>
        <p:spPr>
          <a:xfrm>
            <a:off x="0" y="114154"/>
            <a:ext cx="108289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Win-back  and Lapsed Customers ( Last 6 months )</a:t>
            </a:r>
            <a:endParaRPr kumimoji="0" lang="en-IN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0984E8-4C57-175D-0611-18EB9E9DF2B4}"/>
              </a:ext>
            </a:extLst>
          </p:cNvPr>
          <p:cNvSpPr txBox="1"/>
          <p:nvPr/>
        </p:nvSpPr>
        <p:spPr>
          <a:xfrm>
            <a:off x="9124507" y="682372"/>
            <a:ext cx="3067493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IN">
                <a:solidFill>
                  <a:prstClr val="black"/>
                </a:solidFill>
                <a:latin typeface="Calibri" panose="020F0502020204030204"/>
              </a:rPr>
              <a:t>Insights:</a:t>
            </a:r>
            <a:endParaRPr lang="en-US"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E526A16-5AC5-CDBA-61E6-44FFBB0A96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0474516"/>
              </p:ext>
            </p:extLst>
          </p:nvPr>
        </p:nvGraphicFramePr>
        <p:xfrm>
          <a:off x="124755" y="2938409"/>
          <a:ext cx="8834309" cy="1708941"/>
        </p:xfrm>
        <a:graphic>
          <a:graphicData uri="http://schemas.openxmlformats.org/drawingml/2006/table">
            <a:tbl>
              <a:tblPr/>
              <a:tblGrid>
                <a:gridCol w="1373532">
                  <a:extLst>
                    <a:ext uri="{9D8B030D-6E8A-4147-A177-3AD203B41FA5}">
                      <a16:colId xmlns:a16="http://schemas.microsoft.com/office/drawing/2014/main" val="2036565726"/>
                    </a:ext>
                  </a:extLst>
                </a:gridCol>
                <a:gridCol w="1238260">
                  <a:extLst>
                    <a:ext uri="{9D8B030D-6E8A-4147-A177-3AD203B41FA5}">
                      <a16:colId xmlns:a16="http://schemas.microsoft.com/office/drawing/2014/main" val="1540677426"/>
                    </a:ext>
                  </a:extLst>
                </a:gridCol>
                <a:gridCol w="1612860">
                  <a:extLst>
                    <a:ext uri="{9D8B030D-6E8A-4147-A177-3AD203B41FA5}">
                      <a16:colId xmlns:a16="http://schemas.microsoft.com/office/drawing/2014/main" val="4171217799"/>
                    </a:ext>
                  </a:extLst>
                </a:gridCol>
                <a:gridCol w="1238260">
                  <a:extLst>
                    <a:ext uri="{9D8B030D-6E8A-4147-A177-3AD203B41FA5}">
                      <a16:colId xmlns:a16="http://schemas.microsoft.com/office/drawing/2014/main" val="244002020"/>
                    </a:ext>
                  </a:extLst>
                </a:gridCol>
                <a:gridCol w="1123799">
                  <a:extLst>
                    <a:ext uri="{9D8B030D-6E8A-4147-A177-3AD203B41FA5}">
                      <a16:colId xmlns:a16="http://schemas.microsoft.com/office/drawing/2014/main" val="227083559"/>
                    </a:ext>
                  </a:extLst>
                </a:gridCol>
                <a:gridCol w="1123799">
                  <a:extLst>
                    <a:ext uri="{9D8B030D-6E8A-4147-A177-3AD203B41FA5}">
                      <a16:colId xmlns:a16="http://schemas.microsoft.com/office/drawing/2014/main" val="3439688062"/>
                    </a:ext>
                  </a:extLst>
                </a:gridCol>
                <a:gridCol w="1123799">
                  <a:extLst>
                    <a:ext uri="{9D8B030D-6E8A-4147-A177-3AD203B41FA5}">
                      <a16:colId xmlns:a16="http://schemas.microsoft.com/office/drawing/2014/main" val="2203180689"/>
                    </a:ext>
                  </a:extLst>
                </a:gridCol>
              </a:tblGrid>
              <a:tr h="248875"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New Customers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/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/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/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/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/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/>
                        <a:t/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479188"/>
                  </a:ext>
                </a:extLst>
              </a:tr>
              <a:tr h="248875">
                <a:tc>
                  <a:txBody>
                    <a:bodyPr/>
                    <a:lstStyle/>
                    <a:p>
                      <a:pPr algn="ctr" fontAlgn="ctr"/>
                      <a:r>
                        <a:rPr sz="1200" b="1" u="none" i="0">
                          <a:solidFill>
                            <a:srgbClr val="FFFFFF"/>
                          </a:solidFill>
                          <a:latin typeface="Calibri"/>
                        </a:rPr>
                        <a:t>KPIs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1" u="none" i="0">
                          <a:solidFill>
                            <a:srgbClr val="FFFFFF"/>
                          </a:solidFill>
                          <a:latin typeface="Calibri"/>
                        </a:rPr>
                        <a:t>Oct’24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1" u="none" i="0">
                          <a:solidFill>
                            <a:srgbClr val="FFFFFF"/>
                          </a:solidFill>
                          <a:latin typeface="Calibri"/>
                        </a:rPr>
                        <a:t>Nov'24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1" u="none" i="0">
                          <a:solidFill>
                            <a:srgbClr val="FFFFFF"/>
                          </a:solidFill>
                          <a:latin typeface="Calibri"/>
                        </a:rPr>
                        <a:t>Dec'24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1" u="none" i="0">
                          <a:solidFill>
                            <a:srgbClr val="FFFFFF"/>
                          </a:solidFill>
                          <a:latin typeface="Calibri"/>
                        </a:rPr>
                        <a:t>Jan'25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1" u="none" i="0">
                          <a:solidFill>
                            <a:srgbClr val="FFFFFF"/>
                          </a:solidFill>
                          <a:latin typeface="Calibri"/>
                        </a:rPr>
                        <a:t>Feb'25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1" u="none" i="0">
                          <a:solidFill>
                            <a:srgbClr val="FFFFFF"/>
                          </a:solidFill>
                          <a:latin typeface="Calibri"/>
                        </a:rPr>
                        <a:t>Mar'25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1266958"/>
                  </a:ext>
                </a:extLst>
              </a:tr>
              <a:tr h="240579">
                <a:tc>
                  <a:txBody>
                    <a:bodyPr/>
                    <a:lstStyle/>
                    <a:p>
                      <a:pPr algn="ctr" fontAlgn="ctr"/>
                      <a:r>
                        <a:rPr sz="1200" b="1" u="none" i="0">
                          <a:solidFill>
                            <a:srgbClr val="FFFFFF"/>
                          </a:solidFill>
                          <a:latin typeface="Calibri"/>
                        </a:rPr>
                        <a:t>New Customers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41,990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22,958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20,446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20,801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21,895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17,086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3996937"/>
                  </a:ext>
                </a:extLst>
              </a:tr>
              <a:tr h="240579">
                <a:tc>
                  <a:txBody>
                    <a:bodyPr/>
                    <a:lstStyle/>
                    <a:p>
                      <a:pPr algn="ctr" fontAlgn="ctr"/>
                      <a:r>
                        <a:rPr sz="1200" b="1" u="none" i="0">
                          <a:solidFill>
                            <a:srgbClr val="FFFFFF"/>
                          </a:solidFill>
                          <a:latin typeface="Calibri"/>
                        </a:rPr>
                        <a:t>Sales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288 Cr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176 Cr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161 Cr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159 Cr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156 Cr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142 Cr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8759063"/>
                  </a:ext>
                </a:extLst>
              </a:tr>
              <a:tr h="240579">
                <a:tc>
                  <a:txBody>
                    <a:bodyPr/>
                    <a:lstStyle/>
                    <a:p>
                      <a:pPr algn="ctr" fontAlgn="ctr"/>
                      <a:r>
                        <a:rPr sz="1200" b="1" u="none" i="0">
                          <a:solidFill>
                            <a:srgbClr val="FFFFFF"/>
                          </a:solidFill>
                          <a:latin typeface="Calibri"/>
                        </a:rPr>
                        <a:t>Bills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46,528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25,502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22,571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22,926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24,326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18,979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7671252"/>
                  </a:ext>
                </a:extLst>
              </a:tr>
              <a:tr h="240579">
                <a:tc>
                  <a:txBody>
                    <a:bodyPr/>
                    <a:lstStyle/>
                    <a:p>
                      <a:pPr algn="ctr" fontAlgn="ctr"/>
                      <a:r>
                        <a:rPr sz="1200" b="1" u="none" i="0">
                          <a:solidFill>
                            <a:srgbClr val="FFFFFF"/>
                          </a:solidFill>
                          <a:latin typeface="Calibri"/>
                        </a:rPr>
                        <a:t>ATV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62,112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68,926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71,359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69,472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64,326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74,733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8253468"/>
                  </a:ext>
                </a:extLst>
              </a:tr>
              <a:tr h="248875">
                <a:tc>
                  <a:txBody>
                    <a:bodyPr/>
                    <a:lstStyle/>
                    <a:p>
                      <a:pPr algn="ctr" fontAlgn="ctr"/>
                      <a:r>
                        <a:rPr sz="1200" b="1" u="none" i="0">
                          <a:solidFill>
                            <a:srgbClr val="FFFFFF"/>
                          </a:solidFill>
                          <a:latin typeface="Calibri"/>
                        </a:rPr>
                        <a:t>AMV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68,824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76,564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78,775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76,570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71,469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u="none" i="0">
                          <a:solidFill>
                            <a:srgbClr val="000000"/>
                          </a:solidFill>
                          <a:latin typeface="Calibri"/>
                        </a:rPr>
                        <a:t>83,013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3256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00827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20ED6E7-4912-4D85-A837-C4ED793ACC82}"/>
              </a:ext>
            </a:extLst>
          </p:cNvPr>
          <p:cNvSpPr/>
          <p:nvPr/>
        </p:nvSpPr>
        <p:spPr>
          <a:xfrm>
            <a:off x="0" y="3610"/>
            <a:ext cx="12192000" cy="6864664"/>
          </a:xfrm>
          <a:prstGeom prst="rect">
            <a:avLst/>
          </a:prstGeom>
          <a:solidFill>
            <a:schemeClr val="accent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51C71C4-CCA6-476C-9CF1-C42374DC2878}"/>
              </a:ext>
            </a:extLst>
          </p:cNvPr>
          <p:cNvSpPr/>
          <p:nvPr/>
        </p:nvSpPr>
        <p:spPr>
          <a:xfrm>
            <a:off x="2867286" y="4666251"/>
            <a:ext cx="6251944" cy="9144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Regional Analysis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9964A7-6C83-41B1-B753-DD8FBF6E67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8280" y="407348"/>
            <a:ext cx="6729956" cy="2798967"/>
          </a:xfrm>
          <a:prstGeom prst="rect">
            <a:avLst/>
          </a:prstGeom>
        </p:spPr>
      </p:pic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314D2104-6335-10DB-9B5F-FF41493C98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3369545"/>
            <a:ext cx="3810000" cy="11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4185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CA4BA0-A636-B2E3-ED14-638E3D78D8FC}"/>
              </a:ext>
            </a:extLst>
          </p:cNvPr>
          <p:cNvSpPr txBox="1"/>
          <p:nvPr/>
        </p:nvSpPr>
        <p:spPr>
          <a:xfrm>
            <a:off x="193138" y="5978714"/>
            <a:ext cx="1181128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IN">
                <a:solidFill>
                  <a:prstClr val="black"/>
                </a:solidFill>
                <a:latin typeface="Calibri" panose="020F0502020204030204"/>
              </a:rPr>
              <a:t>Insights: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190367-8EAA-DE42-01BF-2013C7062580}"/>
              </a:ext>
            </a:extLst>
          </p:cNvPr>
          <p:cNvSpPr txBox="1"/>
          <p:nvPr/>
        </p:nvSpPr>
        <p:spPr>
          <a:xfrm>
            <a:off x="190356" y="94654"/>
            <a:ext cx="1141263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000" b="1" u="none" i="0">
                <a:solidFill>
                  <a:srgbClr val="BF9000"/>
                </a:solidFill>
                <a:latin typeface="Calibri"/>
              </a:rPr>
              <a:t>Regional Analysis - Repeat KPIs, ATV and % Sales distribution for Mar'25</a:t>
            </a:r>
            <a:endParaRPr lang="en-IN" sz="2000" b="1" i="0" u="none" strike="noStrike" kern="1200" cap="none" spc="0" normalizeH="0" baseline="0" noProof="0">
              <a:ln>
                <a:noFill/>
              </a:ln>
              <a:solidFill>
                <a:srgbClr val="BF9000"/>
              </a:solidFill>
              <a:effectLst/>
              <a:uLnTx/>
              <a:uFillTx/>
              <a:latin typeface="Calibri" panose="020F0502020204030204" pitchFamily="34" charset="0"/>
              <a:ea typeface="Calibri"/>
              <a:cs typeface="Calibri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92024" y="493776"/>
          <a:ext cx="116128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029968"/>
                <a:gridCol w="2029968"/>
                <a:gridCol w="2029968"/>
                <a:gridCol w="2029968"/>
                <a:gridCol w="2029968"/>
              </a:tblGrid>
              <a:tr h="210312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States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Store Count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% Repeaters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% Repeat Sales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ATV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% Sales Contribution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Punjab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78%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75%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96,391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0.4%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Telangana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60%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70%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CC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89,475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0.8%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65%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68%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D2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1,06,645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2.5%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NEW DELHI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70%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D6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91,612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1.7%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West Bengal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97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64%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65%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DC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70,075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67.9%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Maharashtra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63%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63%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2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88,222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3.2%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Jharkhand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60%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60%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A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58,505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3.3%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Chhattisgarh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58%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60%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A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66,826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Karnataka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A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87,481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1.9%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Tripura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58%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66,943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0.5%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Haryana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60%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A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96,153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Uttar Pradesh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54%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4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89,137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5.9%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Assam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50%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52%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E9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78,982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1.9%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Bihar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55%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51%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B9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63,351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2.3%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Sikkim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43%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51%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B9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59,319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0.2%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Orissa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58%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4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71,559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4.5%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Uttarakhand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41%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B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74,190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0.2%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Madhya Pradesh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42%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44%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4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1,02,730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1.0%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Chandigarh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15%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1,26,902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0.3%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21838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CA4BA0-A636-B2E3-ED14-638E3D78D8FC}"/>
              </a:ext>
            </a:extLst>
          </p:cNvPr>
          <p:cNvSpPr txBox="1"/>
          <p:nvPr/>
        </p:nvSpPr>
        <p:spPr>
          <a:xfrm>
            <a:off x="193138" y="6007289"/>
            <a:ext cx="1181128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IN">
                <a:solidFill>
                  <a:prstClr val="black"/>
                </a:solidFill>
                <a:latin typeface="Calibri" panose="020F0502020204030204"/>
              </a:rPr>
              <a:t>Insights: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190367-8EAA-DE42-01BF-2013C7062580}"/>
              </a:ext>
            </a:extLst>
          </p:cNvPr>
          <p:cNvSpPr txBox="1"/>
          <p:nvPr/>
        </p:nvSpPr>
        <p:spPr>
          <a:xfrm>
            <a:off x="190356" y="94654"/>
            <a:ext cx="1141263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000" b="1" u="none" i="0">
                <a:solidFill>
                  <a:srgbClr val="BF9000"/>
                </a:solidFill>
                <a:latin typeface="Calibri"/>
              </a:rPr>
              <a:t>Regional Analysis - Repeat KPIs, ATV and % Sales distribution for Feb'25</a:t>
            </a:r>
            <a:endParaRPr lang="en-IN" sz="2000" b="1" i="0" u="none" strike="noStrike" kern="1200" cap="none" spc="0" normalizeH="0" baseline="0" noProof="0">
              <a:ln>
                <a:noFill/>
              </a:ln>
              <a:solidFill>
                <a:srgbClr val="BF9000"/>
              </a:solidFill>
              <a:effectLst/>
              <a:uLnTx/>
              <a:uFillTx/>
              <a:latin typeface="Calibri" panose="020F0502020204030204" pitchFamily="34" charset="0"/>
              <a:ea typeface="Calibri"/>
              <a:cs typeface="Calibri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92024" y="493776"/>
          <a:ext cx="116128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029968"/>
                <a:gridCol w="2029968"/>
                <a:gridCol w="2029968"/>
                <a:gridCol w="2029968"/>
                <a:gridCol w="2029968"/>
              </a:tblGrid>
              <a:tr h="210312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States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Store Count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% Repeaters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% Repeat Sales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ATV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% Sales Contribution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Punjab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73%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84%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1,10,861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0.5%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Chhattisgarh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71%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D2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78,110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0.8%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Telangana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75%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D8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84,920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NEW DELHI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72%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2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90,207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1.7%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Haryana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63%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72%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2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86,912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0.8%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Karnataka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72%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2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83,888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1.2%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Jharkhand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71%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4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70,252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3.6%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West Bengal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97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64%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A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68,123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70.5%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63%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A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1,00,623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2.0%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Maharashtra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64%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85,452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2.2%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Uttar Pradesh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61%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A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98,370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5.4%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Assam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A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77,693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1.9%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Orissa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63%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65%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5A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81,853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4.4%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Bihar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58%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61%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F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67,473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2.4%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Chandigarh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64%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3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51,089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0.1%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Tripura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3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71,076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Sikkim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53%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55%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D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62,301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0.2%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Madhya Pradesh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41%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B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86,495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Uttarakhand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43%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1,25,173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0.3%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45592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6C2533-9761-96F7-878B-82CA7E978910}"/>
              </a:ext>
            </a:extLst>
          </p:cNvPr>
          <p:cNvSpPr txBox="1"/>
          <p:nvPr/>
        </p:nvSpPr>
        <p:spPr>
          <a:xfrm>
            <a:off x="184935" y="158069"/>
            <a:ext cx="1141263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000" b="1" u="none" i="0">
                <a:solidFill>
                  <a:srgbClr val="BF9000"/>
                </a:solidFill>
                <a:latin typeface="Calibri"/>
              </a:rPr>
              <a:t>State-wise split of % Repeat Customers, % Repeat Sales, and ATV for Mar'25 in Company Owned Stores</a:t>
            </a:r>
            <a:endParaRPr lang="en-IN" sz="2000" b="1" i="0" u="none" strike="noStrike" kern="1200" cap="none" spc="0" normalizeH="0" baseline="0" noProof="0">
              <a:ln>
                <a:noFill/>
              </a:ln>
              <a:solidFill>
                <a:srgbClr val="BF9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E151C9-7616-80A4-D91F-4899F64B3AAD}"/>
              </a:ext>
            </a:extLst>
          </p:cNvPr>
          <p:cNvSpPr txBox="1"/>
          <p:nvPr/>
        </p:nvSpPr>
        <p:spPr>
          <a:xfrm>
            <a:off x="180973" y="6023477"/>
            <a:ext cx="1173094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IN">
                <a:solidFill>
                  <a:prstClr val="black"/>
                </a:solidFill>
                <a:latin typeface="Calibri" panose="020F0502020204030204"/>
              </a:rPr>
              <a:t>Insights:</a:t>
            </a:r>
            <a:endParaRPr lang="en-US">
              <a:ea typeface="+mn-ea"/>
              <a:cs typeface="+mn-cs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92024" y="493776"/>
          <a:ext cx="11905488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784"/>
                <a:gridCol w="2551176"/>
                <a:gridCol w="2551176"/>
                <a:gridCol w="2551176"/>
                <a:gridCol w="2551176"/>
              </a:tblGrid>
              <a:tr h="210312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States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Store Count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% Repeaters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% Repeat Sales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ATV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Punjab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78%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75%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96,391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Telangana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60%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70%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CC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89,475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68%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D2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1,06,645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NEW DELHI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70%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D6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91,612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West Bengal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48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D8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65,572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Maharashtra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63%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63%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2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88,222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Jharkhand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64%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61%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55,954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Chhattisgarh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60%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A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66,826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Karnataka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A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87,481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Bihar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61%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58%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62,033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Tripura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58%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66,943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Haryana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60%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A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96,153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Uttar Pradesh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54%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4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89,137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Sikkim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43%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51%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B9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59,319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Madhya Pradesh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50%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7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86,587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Orissa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60%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50%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7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68,385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Assam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44%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4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86,170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Uttarakhand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41%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B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74,190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Chandigarh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15%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1,26,902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42313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6C2533-9761-96F7-878B-82CA7E978910}"/>
              </a:ext>
            </a:extLst>
          </p:cNvPr>
          <p:cNvSpPr txBox="1"/>
          <p:nvPr/>
        </p:nvSpPr>
        <p:spPr>
          <a:xfrm>
            <a:off x="184935" y="158069"/>
            <a:ext cx="1141263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000" b="1" u="none" i="0">
                <a:solidFill>
                  <a:srgbClr val="BF9000"/>
                </a:solidFill>
                <a:latin typeface="Calibri"/>
              </a:rPr>
              <a:t>State-wise split of % Repeat Customers, % Repeat Sales, and ATV for Feb'25 in Company Owned Stores</a:t>
            </a:r>
            <a:endParaRPr lang="en-IN" sz="2000" b="1" i="0" u="none" strike="noStrike" kern="1200" cap="none" spc="0" normalizeH="0" baseline="0" noProof="0">
              <a:ln>
                <a:noFill/>
              </a:ln>
              <a:solidFill>
                <a:srgbClr val="BF9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E151C9-7616-80A4-D91F-4899F64B3AAD}"/>
              </a:ext>
            </a:extLst>
          </p:cNvPr>
          <p:cNvSpPr txBox="1"/>
          <p:nvPr/>
        </p:nvSpPr>
        <p:spPr>
          <a:xfrm>
            <a:off x="180973" y="6042527"/>
            <a:ext cx="1173094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IN">
                <a:solidFill>
                  <a:prstClr val="black"/>
                </a:solidFill>
                <a:latin typeface="Calibri" panose="020F0502020204030204"/>
              </a:rPr>
              <a:t>Insights:</a:t>
            </a:r>
            <a:endParaRPr lang="en-US">
              <a:ea typeface="+mn-ea"/>
              <a:cs typeface="+mn-cs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92024" y="493776"/>
          <a:ext cx="11905488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784"/>
                <a:gridCol w="2551176"/>
                <a:gridCol w="2551176"/>
                <a:gridCol w="2551176"/>
                <a:gridCol w="2551176"/>
              </a:tblGrid>
              <a:tr h="210312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States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Store Count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% Repeaters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% Repeat Sales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ATV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Punjab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73%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84%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1,10,861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Chhattisgarh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72%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9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78,110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Jharkhand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68%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74,367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Telangana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75%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1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84,920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Bihar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65%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72%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69,543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Haryana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63%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72%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86,912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Karnataka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72%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83,888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NEW DELHI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72%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90,207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Assam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71%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91,209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West Bengal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48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71%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67,276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63%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6A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1,00,623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Orissa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65%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68%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2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82,659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Maharashtra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64%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D9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85,452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Uttar Pradesh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61%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9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98,370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Chandigarh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64%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6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51,089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Tripura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6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71,076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Madhya Pradesh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D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76,976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Sikkim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53%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55%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2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62,301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Uttarakhand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43%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1,25,173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64086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1439854-0552-01BB-3749-AB5CCF556612}"/>
              </a:ext>
            </a:extLst>
          </p:cNvPr>
          <p:cNvSpPr txBox="1"/>
          <p:nvPr/>
        </p:nvSpPr>
        <p:spPr>
          <a:xfrm>
            <a:off x="154113" y="229988"/>
            <a:ext cx="10316895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sz="2000" b="1">
                <a:solidFill>
                  <a:srgbClr val="BF9000"/>
                </a:solidFill>
                <a:latin typeface="Calibri"/>
              </a:rPr>
              <a:t>State-wise split of % Repeat Customers, % Repeat Sales, and ATV for Mar'25 in Franchise Stores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691930-AF9D-E81D-C8DD-98343B4891BC}"/>
              </a:ext>
            </a:extLst>
          </p:cNvPr>
          <p:cNvSpPr txBox="1"/>
          <p:nvPr/>
        </p:nvSpPr>
        <p:spPr>
          <a:xfrm>
            <a:off x="154113" y="5979643"/>
            <a:ext cx="1156296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/>
              <a:t>Insights:</a:t>
            </a:r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92024" y="566928"/>
          <a:ext cx="11878056" cy="1472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3352"/>
                <a:gridCol w="2551176"/>
                <a:gridCol w="2551176"/>
                <a:gridCol w="2551176"/>
                <a:gridCol w="2551176"/>
              </a:tblGrid>
              <a:tr h="210312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States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Store Count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% Repeaters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% Repeat Sales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ATV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West Bengal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49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62%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63%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75,482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Jharkhand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55%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58%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D4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62,635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Assam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53%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54%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9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74,933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Orissa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55%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7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77,476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Bihar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43%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B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65,035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Madhya Pradesh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33%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38%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1,30,173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88473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1439854-0552-01BB-3749-AB5CCF556612}"/>
              </a:ext>
            </a:extLst>
          </p:cNvPr>
          <p:cNvSpPr txBox="1"/>
          <p:nvPr/>
        </p:nvSpPr>
        <p:spPr>
          <a:xfrm>
            <a:off x="154113" y="229988"/>
            <a:ext cx="10316895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sz="2000" b="1">
                <a:solidFill>
                  <a:srgbClr val="BF9000"/>
                </a:solidFill>
                <a:latin typeface="Calibri"/>
              </a:rPr>
              <a:t>State-wise split of % Repeat Customers, % Repeat Sales, and ATV for Feb'25 in Franchise Stores</a:t>
            </a:r>
            <a:endParaRPr lang="en-IN" sz="2000" b="1">
              <a:solidFill>
                <a:srgbClr val="BF9000"/>
              </a:solidFill>
              <a:latin typeface="Calibri" panose="020F0502020204030204" pitchFamily="34" charset="0"/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691930-AF9D-E81D-C8DD-98343B4891BC}"/>
              </a:ext>
            </a:extLst>
          </p:cNvPr>
          <p:cNvSpPr txBox="1"/>
          <p:nvPr/>
        </p:nvSpPr>
        <p:spPr>
          <a:xfrm>
            <a:off x="154113" y="5893918"/>
            <a:ext cx="1156296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/>
              <a:t>Insights</a:t>
            </a:r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92024" y="566928"/>
          <a:ext cx="11878056" cy="1472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3352"/>
                <a:gridCol w="2551176"/>
                <a:gridCol w="2551176"/>
                <a:gridCol w="2551176"/>
                <a:gridCol w="2551176"/>
              </a:tblGrid>
              <a:tr h="210312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States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Store Count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% Repeaters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% Repeat Sales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ATV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West Bengal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49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62%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69,427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Assam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54%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60%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9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66,958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Orissa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58%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60%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9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80,260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Jharkhand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61%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5A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61,549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Bihar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42%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6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64,352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Madhya Pradesh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40%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1,00,534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74331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20ED6E7-4912-4D85-A837-C4ED793ACC82}"/>
              </a:ext>
            </a:extLst>
          </p:cNvPr>
          <p:cNvSpPr/>
          <p:nvPr/>
        </p:nvSpPr>
        <p:spPr>
          <a:xfrm>
            <a:off x="0" y="13884"/>
            <a:ext cx="12192000" cy="6864664"/>
          </a:xfrm>
          <a:prstGeom prst="rect">
            <a:avLst/>
          </a:prstGeom>
          <a:solidFill>
            <a:schemeClr val="accent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51C71C4-CCA6-476C-9CF1-C42374DC2878}"/>
              </a:ext>
            </a:extLst>
          </p:cNvPr>
          <p:cNvSpPr/>
          <p:nvPr/>
        </p:nvSpPr>
        <p:spPr>
          <a:xfrm>
            <a:off x="2867286" y="4666251"/>
            <a:ext cx="6251944" cy="9144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Store Level Analysis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9964A7-6C83-41B1-B753-DD8FBF6E67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8280" y="407348"/>
            <a:ext cx="6729956" cy="2798967"/>
          </a:xfrm>
          <a:prstGeom prst="rect">
            <a:avLst/>
          </a:prstGeom>
        </p:spPr>
      </p:pic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CE628D72-5C75-052A-C8F5-E740AD85F5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3076" y="3369545"/>
            <a:ext cx="3810000" cy="11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9379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2C9B61-DF1B-35E5-031B-20D420925392}"/>
              </a:ext>
            </a:extLst>
          </p:cNvPr>
          <p:cNvSpPr txBox="1"/>
          <p:nvPr/>
        </p:nvSpPr>
        <p:spPr>
          <a:xfrm>
            <a:off x="130909" y="141180"/>
            <a:ext cx="11020567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000" b="1" u="none" i="0">
                <a:solidFill>
                  <a:srgbClr val="BF9000"/>
                </a:solidFill>
                <a:latin typeface="Calibri"/>
              </a:rPr>
              <a:t>Top and Bottom Stores basis % Repeat Sales in Mar'25 in Company Owned Stores (Old&gt;3years)</a:t>
            </a:r>
            <a:endParaRPr lang="en-IN" sz="2000" b="1" i="0" u="none" strike="noStrike" kern="1200" cap="none" spc="0" normalizeH="0" baseline="0" noProof="0" dirty="0">
              <a:ln>
                <a:noFill/>
              </a:ln>
              <a:solidFill>
                <a:srgbClr val="BF9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640079"/>
          <a:ext cx="5715000" cy="603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914400"/>
                <a:gridCol w="914400"/>
                <a:gridCol w="914400"/>
              </a:tblGrid>
              <a:tr h="1828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Store Name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% Repeaters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% Repeat Sales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Tag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C005 SHYAMBAZAR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68%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78%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B06C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C026 MUMBAI ANDHERI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74%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77A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C009 JALPAIGURI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75%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77A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C062 SOUTH EXTENSION DELHI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72%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77A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C063 PITAMPURA DELHI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68%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77A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C006 MOULALI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72%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BF89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C059 MADHYAAMGRAM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74%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BF89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C055 BOWBAZAR-3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74%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CFA6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C12A LAJPAT NAGAR DELHI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73%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7B5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C017 Jadavpur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73%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72%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DFC4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C052 HYDERABAD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61%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72%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DFC4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C019 BARUIPUR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68%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71%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7D3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C016 HOWRAH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71%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7D3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C008 BARASAT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71%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7D3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C024 BAGUIATI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70%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70%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1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C040 AMTALA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75%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70%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1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C003 LAKE MARKET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72%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C060 New Link Road Andheri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71%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68%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C065 COOCHBEHAR NEW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71%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68%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C061 PREET VIHAR DELHI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73%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68%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172200" y="640079"/>
          <a:ext cx="5715000" cy="603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914400"/>
                <a:gridCol w="914400"/>
                <a:gridCol w="914400"/>
              </a:tblGrid>
              <a:tr h="1828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Store Name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% Repeaters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% Repeat Sales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Tag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C039 SERAMPORE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C029 HABRA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62%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C064 CAMAC STREET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C070 ALLAHABAD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54%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F3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C047 Phoenix Mall Bangalore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F3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C049 PATNA 2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62%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F3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C041 NOIDA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55%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DED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C046 Ghaziabad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53%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DED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C001 BOWBAZAR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51%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DED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C057 VARANASI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65%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DED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C043 GURGAON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60%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55%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C022 GARIAHAT GOSSIP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53%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55%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C014 MALDA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52%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5D5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C011 BHUBANESWAR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70%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50%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8C9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C042 GUWAHATI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44%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49%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3C3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C036 CUTTACK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53%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48%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DBD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C045 Gorakhpur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60%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42%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89A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C038 BERHAMPORE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42%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41%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9294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C072 PUNE LAXMI ROAD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37%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37%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A7C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C066 ACROPOLIS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34%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42136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2C9B61-DF1B-35E5-031B-20D420925392}"/>
              </a:ext>
            </a:extLst>
          </p:cNvPr>
          <p:cNvSpPr txBox="1"/>
          <p:nvPr/>
        </p:nvSpPr>
        <p:spPr>
          <a:xfrm>
            <a:off x="130909" y="141180"/>
            <a:ext cx="12061091" cy="3877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900" b="1" u="none" i="0">
                <a:solidFill>
                  <a:srgbClr val="BF9000"/>
                </a:solidFill>
                <a:latin typeface="Calibri"/>
              </a:rPr>
              <a:t>Top and Bottom Stores basis % Repeat Sales in Mar'25 in Company Owned Stores (1yr&lt;Semi Old&lt;3yrs)</a:t>
            </a:r>
            <a:endParaRPr lang="en-IN" sz="1900" b="1" i="0" u="none" strike="noStrike" kern="1200" cap="none" spc="0" normalizeH="0" baseline="0" noProof="0" dirty="0">
              <a:ln>
                <a:noFill/>
              </a:ln>
              <a:solidFill>
                <a:srgbClr val="BF9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1517903"/>
          <a:ext cx="571500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914400"/>
                <a:gridCol w="914400"/>
                <a:gridCol w="914400"/>
              </a:tblGrid>
              <a:tr h="1828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Store Name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% Repeaters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% Repeat Sales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Tag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C132 BELGHORIA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74%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80%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B06C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Semi_Old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C079 SENCO GOLD AND DIAMONDS Chandigarh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78%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75%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C18D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Semi_Old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C081 SENCO GOLD AND DIAMONDS KAMALGAZI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72%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75%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C18D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Semi_Old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C080 BORIVALI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73%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74%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C593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Semi_Old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C074 SILIGURI SEVOKE ROAD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65%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70%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D3AE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Semi_Old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C048 HATIBAGAN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68%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68%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BBC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Semi_Old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C076 CANNING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62%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EC3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Semi_Old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C082 THAKURPUKUR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71%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2C9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Semi_Old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C071 SEALDAH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55%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64%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9D7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Semi_Old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C087 PUNJAGUTTA HYDREABAD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63%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DDD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Semi_Old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C073 KAKDWIP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70%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62%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4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Semi_Old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C075 BANGAON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61%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B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Semi_Old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C128 Kankurgachi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60%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1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Semi_Old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C067 AGARTALA NEW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49%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58%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Semi_Old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172200" y="1517903"/>
          <a:ext cx="5715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914400"/>
                <a:gridCol w="914400"/>
                <a:gridCol w="914400"/>
              </a:tblGrid>
              <a:tr h="1828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Store Name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% Repeaters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% Repeat Sales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Tag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C091 BHOPAL MADHYA PRADESH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54%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Semi_Old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C090 RAIPUR PANDRI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53%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Semi_Old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C083 CHAKDAHA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BFB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Semi_Old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C133 ALIPURDUAR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51%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BFB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Semi_Old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C130 Bengaluru Mall Of Asia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60%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55%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7F8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Semi_Old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C096 JAJPUR(S)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54%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4F4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Semi_Old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C077 PATIA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58%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53%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F1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Semi_Old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C129 SENCO GOLD AND DIAMONDS-Phoenix Mall of The Millennium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47%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52%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DED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Semi_Old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C068 PHOENIX PALASSIO LUCKNOW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49%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51%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9EA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Semi_Old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C085 GANGTOK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43%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51%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9EA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Semi_Old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C089 Senco Gold &amp; Diamonds-Rajouri Garden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47%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48%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FD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Semi_Old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C086 JAMSHEDPUR-2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47%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BDC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Semi_Old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C088 PHOENIX-Madhya Pradesh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36%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38%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BBC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Semi_Old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C135 GAYA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39%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37%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7B8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Semi_Old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C092 Elante Mall(Sennes)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46%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15%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Semi_Old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71604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2C9B61-DF1B-35E5-031B-20D420925392}"/>
              </a:ext>
            </a:extLst>
          </p:cNvPr>
          <p:cNvSpPr txBox="1"/>
          <p:nvPr/>
        </p:nvSpPr>
        <p:spPr>
          <a:xfrm>
            <a:off x="130909" y="141180"/>
            <a:ext cx="12061091" cy="3877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sz="1900" b="1" u="none" i="0">
                <a:solidFill>
                  <a:srgbClr val="BF9000"/>
                </a:solidFill>
                <a:latin typeface="Calibri"/>
              </a:rPr>
              <a:t>Top and Bottom Stores basis % Repeat Sales in Mar'25 in Company Owned Stores (New &lt; 1yr)</a:t>
            </a:r>
            <a:endParaRPr lang="en-IN" sz="1900" b="1" i="0" u="none" strike="noStrike" kern="1200" cap="none" spc="0" normalizeH="0" baseline="0" noProof="0" dirty="0">
              <a:ln>
                <a:noFill/>
              </a:ln>
              <a:solidFill>
                <a:srgbClr val="BF9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1956815"/>
          <a:ext cx="571500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914400"/>
                <a:gridCol w="914400"/>
                <a:gridCol w="914400"/>
              </a:tblGrid>
              <a:tr h="1828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Store Name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% Repeaters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% Repeat Sales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Tag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C093 Forum Elgin(Sennes)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97%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B06C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New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C095 Lajpat Nagar(Sennes)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75%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1C7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New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C139 City Center-2 New Town(Sennes)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60%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63%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BDB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New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C094 Mani Square(Sennes)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50%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8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New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C145 B T ROAD DUNLOP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51%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52%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New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C146 NAYABAZAR BHADRAK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47%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46%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New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C134 Omaxe Chandni Chowk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31%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46%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New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C147 RAJPUR ROAD DEHRADUN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41%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46%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New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C144 AIRPORT KOLKATA (SENNES)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35%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45%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7F7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New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C140 Sencoverse Everlite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50%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36%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0B1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New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C138 ECO PARK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26%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27%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New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19330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2C9B61-DF1B-35E5-031B-20D420925392}"/>
              </a:ext>
            </a:extLst>
          </p:cNvPr>
          <p:cNvSpPr txBox="1"/>
          <p:nvPr/>
        </p:nvSpPr>
        <p:spPr>
          <a:xfrm>
            <a:off x="130909" y="141180"/>
            <a:ext cx="11020567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000" b="1" u="none" i="0">
                <a:solidFill>
                  <a:srgbClr val="BF9000"/>
                </a:solidFill>
                <a:latin typeface="Calibri"/>
              </a:rPr>
              <a:t>Top and Bottom Stores basis % Repeat Sales in Mar'25 in Franchise Stores (Old&gt;3years)</a:t>
            </a:r>
            <a:endParaRPr lang="en-IN" sz="2000" b="1" i="0" u="none" strike="noStrike" kern="1200" cap="none" spc="0" normalizeH="0" baseline="0" noProof="0" dirty="0">
              <a:ln>
                <a:noFill/>
              </a:ln>
              <a:solidFill>
                <a:srgbClr val="BF9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640079"/>
          <a:ext cx="5715000" cy="603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914400"/>
                <a:gridCol w="914400"/>
                <a:gridCol w="914400"/>
              </a:tblGrid>
              <a:tr h="1828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Store Name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% Repeaters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% Repeat Sales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Tag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FN030 SILCHAR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72%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86%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B06C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FN074 Senco Gold &amp; Diamonds DURGAPUR BENACHITY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72%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80%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797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FN042 SURI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72%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CB9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FN061 RANAGHAT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78%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CFA6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FN071 SAINTHIA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74%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74%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DFC4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FN085 KHARDAH NEW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73%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E3CB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FN076 BOKARO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72%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73%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E3CB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FN073 Diamond Harbour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71%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BDA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FN064 BAGNAN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68%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71%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BDA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FN060 KHARAGPUR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63%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70%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1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FN039 MEMARI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70%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1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FN057 HALDIA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68%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70%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1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FN072 Bhadreswar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62%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70%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1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FN045 KRISHNANAGAR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70%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1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FN049 BANKURA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70%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1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FN084 Egra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73%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68%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FN052 Barrackpore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68%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FN080 BARIPADA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64%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68%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FN038 BOLPUR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62%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68%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FN018 KATWA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65%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172200" y="640079"/>
          <a:ext cx="5715000" cy="603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914400"/>
                <a:gridCol w="914400"/>
                <a:gridCol w="914400"/>
              </a:tblGrid>
              <a:tr h="1828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Store Name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% Repeaters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% Repeat Sales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Tag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FN044 DHANBAD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62%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FN029 UTTARPARA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62%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FN062 BASIRHAT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62%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62%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FN055 RAMPURHAT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60%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F3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FN047 NABADWIP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60%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60%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F3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FN019 KOLAGHAT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DED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FN027 Senco Gold &amp; Diamonds RAIGANG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DED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FN023 ASANSOL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58%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58%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FN054 DANKUNI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58%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1E1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FN046 CONTAI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1E1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FN020 COOCHBEHAR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61%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BDB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FN058 KALNA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55%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55%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5D5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FN050 PURULIA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52%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3C3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FN016 Senco Gold &amp; Diamonds CURZON GATE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52%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50%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7B8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FN075 KOKRAJHAR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49%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0B1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FN040 CHINSURAH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48%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AAC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FN082 BONGAIGAON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48%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47%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5A6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FN053 ARAMBAGH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50%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45%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89A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FN069 BALASORE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54%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43%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C8E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FN066 BERHAMPUR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61%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37%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20172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2C9B61-DF1B-35E5-031B-20D420925392}"/>
              </a:ext>
            </a:extLst>
          </p:cNvPr>
          <p:cNvSpPr txBox="1"/>
          <p:nvPr/>
        </p:nvSpPr>
        <p:spPr>
          <a:xfrm>
            <a:off x="130909" y="141180"/>
            <a:ext cx="12061091" cy="3877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sz="1900" b="1" u="none" i="0">
                <a:solidFill>
                  <a:srgbClr val="BF9000"/>
                </a:solidFill>
                <a:latin typeface="Calibri"/>
              </a:rPr>
              <a:t>Top and Bottom Stores basis % Repeat Sales in Mar'25 in Franchise Stores (1yr&lt;Semi Old&lt;3yrs &amp; New &lt; 1yr)</a:t>
            </a:r>
            <a:endParaRPr lang="en-IN" sz="1900" b="1" i="0" u="none" strike="noStrike" kern="1200" cap="none" spc="0" normalizeH="0" baseline="0" noProof="0" dirty="0">
              <a:ln>
                <a:noFill/>
              </a:ln>
              <a:solidFill>
                <a:srgbClr val="BF9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92608" y="1371600"/>
          <a:ext cx="5715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914400"/>
                <a:gridCol w="914400"/>
                <a:gridCol w="914400"/>
              </a:tblGrid>
              <a:tr h="1828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Store Name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% Repeaters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% Repeat Sales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Tag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FN094 ISLAMPUR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73%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B06C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Semi_Old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FN089 TARAKESWAR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70%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C18C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Semi_Old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FN104 BALURGHAT  new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72%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68%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C594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Semi_Old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FN107 SANTIPUR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61%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CA9C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Semi_Old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FN106 JALESWAR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64%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D7B4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Semi_Old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FN103 JHARGRAM  new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61%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4CE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Semi_Old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FN091 DOMJUR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58%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1E6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Semi_Old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FN087 BISHNUPUR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6EE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Semi_Old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FN098 DHUBRI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53%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Semi_Old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FN086 RAGHUNATHGANJ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65%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55%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Semi_Old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FN093 Ramnagar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52%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5E6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Semi_Old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FN096 DEOGHAR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52%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5E6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Semi_Old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FN102 MEDINIPUR  new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51%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DDD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Semi_Old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FN099 BHAGALPUR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54%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51%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DDD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Semi_Old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FN095 DUMKA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32%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37%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Semi_Old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172200" y="1371600"/>
          <a:ext cx="5715000" cy="2231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914400"/>
                <a:gridCol w="914400"/>
                <a:gridCol w="914400"/>
              </a:tblGrid>
              <a:tr h="1828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Store Name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% Repeaters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% Repeat Sales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Tag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FN115 BUDGE BUDGE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37%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53%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B06C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New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FN110 Senco Gold &amp; Diamonds GAYA-CHANDRAKONA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54%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44%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4CE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New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FN112 GWALIOR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33%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38%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DEE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New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FN097 BARAKAR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37%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37%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E3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New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FN116 GHATAL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29%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34%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1C2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New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FN108 MUZAFFARPUR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39%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33%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6B7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New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bIns="64008" tIns="64008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FN111 CHANDANESWAR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33%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26%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 bIns="64008" tIns="64008"/>
                    <a:lstStyle/>
                    <a:p>
                      <a:pPr algn="ctr">
                        <a:defRPr sz="900"/>
                      </a:pPr>
                      <a:r>
                        <a:t>New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27160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20ED6E7-4912-4D85-A837-C4ED793ACC82}"/>
              </a:ext>
            </a:extLst>
          </p:cNvPr>
          <p:cNvSpPr/>
          <p:nvPr/>
        </p:nvSpPr>
        <p:spPr>
          <a:xfrm>
            <a:off x="0" y="3610"/>
            <a:ext cx="12176153" cy="6864664"/>
          </a:xfrm>
          <a:prstGeom prst="rect">
            <a:avLst/>
          </a:prstGeom>
          <a:solidFill>
            <a:schemeClr val="accent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51C71C4-CCA6-476C-9CF1-C42374DC2878}"/>
              </a:ext>
            </a:extLst>
          </p:cNvPr>
          <p:cNvSpPr/>
          <p:nvPr/>
        </p:nvSpPr>
        <p:spPr>
          <a:xfrm>
            <a:off x="2867286" y="4666251"/>
            <a:ext cx="6251944" cy="9144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Points Banding Analysis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9964A7-6C83-41B1-B753-DD8FBF6E67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8280" y="407348"/>
            <a:ext cx="6729956" cy="2798967"/>
          </a:xfrm>
          <a:prstGeom prst="rect">
            <a:avLst/>
          </a:prstGeom>
        </p:spPr>
      </p:pic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10FE8B9-0BFB-D5BB-26A1-E63FF45C63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3076" y="3369545"/>
            <a:ext cx="3810000" cy="11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5660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DD44FB-5AB2-0714-57E9-A43AFC216569}"/>
              </a:ext>
            </a:extLst>
          </p:cNvPr>
          <p:cNvSpPr txBox="1"/>
          <p:nvPr/>
        </p:nvSpPr>
        <p:spPr>
          <a:xfrm>
            <a:off x="204198" y="42030"/>
            <a:ext cx="93142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Points Banding Analysis - Overall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B6BED5-2CD7-69F5-065B-2E847CE02992}"/>
              </a:ext>
            </a:extLst>
          </p:cNvPr>
          <p:cNvSpPr txBox="1"/>
          <p:nvPr/>
        </p:nvSpPr>
        <p:spPr>
          <a:xfrm>
            <a:off x="160533" y="4978906"/>
            <a:ext cx="11870934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IN">
                <a:solidFill>
                  <a:prstClr val="black"/>
                </a:solidFill>
                <a:latin typeface="Calibri" panose="020F0502020204030204"/>
              </a:rPr>
              <a:t>Insights:</a:t>
            </a:r>
            <a:endParaRPr lang="en-US">
              <a:ea typeface="+mn-ea"/>
              <a:cs typeface="+mn-cs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46C3323-A6FD-839A-69FF-CFF35B29A4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5214920"/>
              </p:ext>
            </p:extLst>
          </p:nvPr>
        </p:nvGraphicFramePr>
        <p:xfrm>
          <a:off x="204197" y="442140"/>
          <a:ext cx="11598918" cy="4536762"/>
        </p:xfrm>
        <a:graphic>
          <a:graphicData uri="http://schemas.openxmlformats.org/drawingml/2006/table">
            <a:tbl>
              <a:tblPr/>
              <a:tblGrid>
                <a:gridCol w="1240631">
                  <a:extLst>
                    <a:ext uri="{9D8B030D-6E8A-4147-A177-3AD203B41FA5}">
                      <a16:colId xmlns:a16="http://schemas.microsoft.com/office/drawing/2014/main" val="1246063007"/>
                    </a:ext>
                  </a:extLst>
                </a:gridCol>
                <a:gridCol w="1555712">
                  <a:extLst>
                    <a:ext uri="{9D8B030D-6E8A-4147-A177-3AD203B41FA5}">
                      <a16:colId xmlns:a16="http://schemas.microsoft.com/office/drawing/2014/main" val="3373580141"/>
                    </a:ext>
                  </a:extLst>
                </a:gridCol>
                <a:gridCol w="1654175">
                  <a:extLst>
                    <a:ext uri="{9D8B030D-6E8A-4147-A177-3AD203B41FA5}">
                      <a16:colId xmlns:a16="http://schemas.microsoft.com/office/drawing/2014/main" val="1359047407"/>
                    </a:ext>
                  </a:extLst>
                </a:gridCol>
                <a:gridCol w="1988949">
                  <a:extLst>
                    <a:ext uri="{9D8B030D-6E8A-4147-A177-3AD203B41FA5}">
                      <a16:colId xmlns:a16="http://schemas.microsoft.com/office/drawing/2014/main" val="1278618074"/>
                    </a:ext>
                  </a:extLst>
                </a:gridCol>
                <a:gridCol w="1634483">
                  <a:extLst>
                    <a:ext uri="{9D8B030D-6E8A-4147-A177-3AD203B41FA5}">
                      <a16:colId xmlns:a16="http://schemas.microsoft.com/office/drawing/2014/main" val="2441539936"/>
                    </a:ext>
                  </a:extLst>
                </a:gridCol>
                <a:gridCol w="1417864">
                  <a:extLst>
                    <a:ext uri="{9D8B030D-6E8A-4147-A177-3AD203B41FA5}">
                      <a16:colId xmlns:a16="http://schemas.microsoft.com/office/drawing/2014/main" val="493944321"/>
                    </a:ext>
                  </a:extLst>
                </a:gridCol>
                <a:gridCol w="2107104">
                  <a:extLst>
                    <a:ext uri="{9D8B030D-6E8A-4147-A177-3AD203B41FA5}">
                      <a16:colId xmlns:a16="http://schemas.microsoft.com/office/drawing/2014/main" val="1883013712"/>
                    </a:ext>
                  </a:extLst>
                </a:gridCol>
              </a:tblGrid>
              <a:tr h="464515"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Points Band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Total customers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Points redeemed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Points issued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Available points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% Redemption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% Available points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6879647"/>
                  </a:ext>
                </a:extLst>
              </a:tr>
              <a:tr h="449031"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0-200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20,86,788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12,61,58,411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52,71,79,793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3,32,40,189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0153190"/>
                  </a:ext>
                </a:extLst>
              </a:tr>
              <a:tr h="449031"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200-500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2,61,411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7,71,84,422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17,98,49,334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8,67,40,707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16.1%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8830293"/>
                  </a:ext>
                </a:extLst>
              </a:tr>
              <a:tr h="449031"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500-1000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1,80,209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7,73,99,931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21,52,45,289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12,85,30,606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23.9%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8331146"/>
                  </a:ext>
                </a:extLst>
              </a:tr>
              <a:tr h="449031"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1000-2000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91,585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7,62,79,822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20,19,99,939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12,54,91,858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23.3%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2950137"/>
                  </a:ext>
                </a:extLst>
              </a:tr>
              <a:tr h="449031"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2000-4000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35,433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5,03,60,403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13,72,63,241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9,58,02,451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17.8%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4796406"/>
                  </a:ext>
                </a:extLst>
              </a:tr>
              <a:tr h="449031"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4000-7000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7,918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2,00,69,426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5,51,48,195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3,98,97,546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6335491"/>
                  </a:ext>
                </a:extLst>
              </a:tr>
              <a:tr h="449031"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7000-10000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1,584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66,14,365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1,80,43,232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1,29,28,542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5288950"/>
                  </a:ext>
                </a:extLst>
              </a:tr>
              <a:tr h="464515"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&gt;10000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926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86,74,664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2,19,12,961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1,56,55,976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916223"/>
                  </a:ext>
                </a:extLst>
              </a:tr>
              <a:tr h="464515"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Grand Total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26,65,854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44,27,41,444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1,35,66,41,984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53,82,87,875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r>
                        <a:rPr/>
                        <a:t> 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0980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82181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DD44FB-5AB2-0714-57E9-A43AFC216569}"/>
              </a:ext>
            </a:extLst>
          </p:cNvPr>
          <p:cNvSpPr txBox="1"/>
          <p:nvPr/>
        </p:nvSpPr>
        <p:spPr>
          <a:xfrm>
            <a:off x="204198" y="42030"/>
            <a:ext cx="93142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>
                <a:solidFill>
                  <a:schemeClr val="accent4">
                    <a:lumMod val="75000"/>
                  </a:schemeClr>
                </a:solidFill>
              </a:rPr>
              <a:t>Points Banding Analysis – Last 24 months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B6BED5-2CD7-69F5-065B-2E847CE02992}"/>
              </a:ext>
            </a:extLst>
          </p:cNvPr>
          <p:cNvSpPr txBox="1"/>
          <p:nvPr/>
        </p:nvSpPr>
        <p:spPr>
          <a:xfrm>
            <a:off x="116868" y="5142933"/>
            <a:ext cx="11870934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/>
              <a:t>Insights:</a:t>
            </a:r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30BBA38-8415-15E4-9DB2-8EC599208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2427012"/>
              </p:ext>
            </p:extLst>
          </p:nvPr>
        </p:nvGraphicFramePr>
        <p:xfrm>
          <a:off x="204198" y="442139"/>
          <a:ext cx="11783604" cy="4700792"/>
        </p:xfrm>
        <a:graphic>
          <a:graphicData uri="http://schemas.openxmlformats.org/drawingml/2006/table">
            <a:tbl>
              <a:tblPr/>
              <a:tblGrid>
                <a:gridCol w="1560742">
                  <a:extLst>
                    <a:ext uri="{9D8B030D-6E8A-4147-A177-3AD203B41FA5}">
                      <a16:colId xmlns:a16="http://schemas.microsoft.com/office/drawing/2014/main" val="1318470212"/>
                    </a:ext>
                  </a:extLst>
                </a:gridCol>
                <a:gridCol w="2054977">
                  <a:extLst>
                    <a:ext uri="{9D8B030D-6E8A-4147-A177-3AD203B41FA5}">
                      <a16:colId xmlns:a16="http://schemas.microsoft.com/office/drawing/2014/main" val="1345790217"/>
                    </a:ext>
                  </a:extLst>
                </a:gridCol>
                <a:gridCol w="2185039">
                  <a:extLst>
                    <a:ext uri="{9D8B030D-6E8A-4147-A177-3AD203B41FA5}">
                      <a16:colId xmlns:a16="http://schemas.microsoft.com/office/drawing/2014/main" val="2856471583"/>
                    </a:ext>
                  </a:extLst>
                </a:gridCol>
                <a:gridCol w="1820866">
                  <a:extLst>
                    <a:ext uri="{9D8B030D-6E8A-4147-A177-3AD203B41FA5}">
                      <a16:colId xmlns:a16="http://schemas.microsoft.com/office/drawing/2014/main" val="2644441169"/>
                    </a:ext>
                  </a:extLst>
                </a:gridCol>
                <a:gridCol w="2159027">
                  <a:extLst>
                    <a:ext uri="{9D8B030D-6E8A-4147-A177-3AD203B41FA5}">
                      <a16:colId xmlns:a16="http://schemas.microsoft.com/office/drawing/2014/main" val="2247482940"/>
                    </a:ext>
                  </a:extLst>
                </a:gridCol>
                <a:gridCol w="2002953">
                  <a:extLst>
                    <a:ext uri="{9D8B030D-6E8A-4147-A177-3AD203B41FA5}">
                      <a16:colId xmlns:a16="http://schemas.microsoft.com/office/drawing/2014/main" val="1526684349"/>
                    </a:ext>
                  </a:extLst>
                </a:gridCol>
              </a:tblGrid>
              <a:tr h="481310"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Points Band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Total customers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Points redeemed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Points issued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Available points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Burn Earn Ratio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061179"/>
                  </a:ext>
                </a:extLst>
              </a:tr>
              <a:tr h="465266"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chemeClr val="bg1"/>
                          </a:solidFill>
                          <a:latin typeface="Calibri"/>
                        </a:rPr>
                        <a:t>0-200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4,46,479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3,88,55,033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5,52,24,134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3,27,73,272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6790354"/>
                  </a:ext>
                </a:extLst>
              </a:tr>
              <a:tr h="465266"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chemeClr val="bg1"/>
                          </a:solidFill>
                          <a:latin typeface="Calibri"/>
                        </a:rPr>
                        <a:t>200-500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2,58,486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5,38,53,164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11,15,75,874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8,57,03,058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4006478"/>
                  </a:ext>
                </a:extLst>
              </a:tr>
              <a:tr h="465266"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chemeClr val="bg1"/>
                          </a:solidFill>
                          <a:latin typeface="Calibri"/>
                        </a:rPr>
                        <a:t>500-1000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1,78,834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5,28,90,577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14,51,74,027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12,75,51,780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913757"/>
                  </a:ext>
                </a:extLst>
              </a:tr>
              <a:tr h="465266"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chemeClr val="bg1"/>
                          </a:solidFill>
                          <a:latin typeface="Calibri"/>
                        </a:rPr>
                        <a:t>1000-2000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91,195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5,32,18,655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13,62,32,836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12,49,72,923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8540784"/>
                  </a:ext>
                </a:extLst>
              </a:tr>
              <a:tr h="465266"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chemeClr val="bg1"/>
                          </a:solidFill>
                          <a:latin typeface="Calibri"/>
                        </a:rPr>
                        <a:t>2000-4000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35,314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3,61,61,232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9,53,43,362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9,54,89,562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2082451"/>
                  </a:ext>
                </a:extLst>
              </a:tr>
              <a:tr h="465266"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chemeClr val="bg1"/>
                          </a:solidFill>
                          <a:latin typeface="Calibri"/>
                        </a:rPr>
                        <a:t>4000-7000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7,899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1,47,43,753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3,89,09,607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3,98,01,731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5730119"/>
                  </a:ext>
                </a:extLst>
              </a:tr>
              <a:tr h="465266"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chemeClr val="bg1"/>
                          </a:solidFill>
                          <a:latin typeface="Calibri"/>
                        </a:rPr>
                        <a:t>7000-10000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1,584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46,68,034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1,25,19,451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1,29,28,542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2943432"/>
                  </a:ext>
                </a:extLst>
              </a:tr>
              <a:tr h="481310"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chemeClr val="bg1"/>
                          </a:solidFill>
                          <a:latin typeface="Calibri"/>
                        </a:rPr>
                        <a:t>&gt;10000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926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64,92,999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1,56,63,065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1,56,55,976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41%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688410"/>
                  </a:ext>
                </a:extLst>
              </a:tr>
              <a:tr h="481310"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chemeClr val="bg1"/>
                          </a:solidFill>
                          <a:latin typeface="Calibri"/>
                        </a:rPr>
                        <a:t>Grand Total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10,20,717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26,08,83,447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61,06,42,356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53,48,76,844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u="none" i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434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87508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88781F75-6C47-5230-B6E1-B65D0A6E997A}"/>
              </a:ext>
            </a:extLst>
          </p:cNvPr>
          <p:cNvSpPr txBox="1"/>
          <p:nvPr/>
        </p:nvSpPr>
        <p:spPr>
          <a:xfrm>
            <a:off x="160532" y="4852631"/>
            <a:ext cx="1095610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IN">
                <a:solidFill>
                  <a:prstClr val="black"/>
                </a:solidFill>
                <a:latin typeface="Calibri" panose="020F0502020204030204"/>
                <a:ea typeface="Calibri"/>
                <a:cs typeface="Calibri"/>
              </a:rPr>
              <a:t>Insights: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5178ED-5168-6640-9A94-941876B3E557}"/>
              </a:ext>
            </a:extLst>
          </p:cNvPr>
          <p:cNvSpPr txBox="1"/>
          <p:nvPr/>
        </p:nvSpPr>
        <p:spPr>
          <a:xfrm>
            <a:off x="160533" y="127931"/>
            <a:ext cx="93142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Ageing of Points and their distribution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3E7E072-B01B-29F2-2B01-CD0ACC5DC0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6661708"/>
              </p:ext>
            </p:extLst>
          </p:nvPr>
        </p:nvGraphicFramePr>
        <p:xfrm>
          <a:off x="160532" y="528042"/>
          <a:ext cx="10822542" cy="2780236"/>
        </p:xfrm>
        <a:graphic>
          <a:graphicData uri="http://schemas.openxmlformats.org/drawingml/2006/table">
            <a:tbl>
              <a:tblPr/>
              <a:tblGrid>
                <a:gridCol w="3231190">
                  <a:extLst>
                    <a:ext uri="{9D8B030D-6E8A-4147-A177-3AD203B41FA5}">
                      <a16:colId xmlns:a16="http://schemas.microsoft.com/office/drawing/2014/main" val="1077849411"/>
                    </a:ext>
                  </a:extLst>
                </a:gridCol>
                <a:gridCol w="3153331">
                  <a:extLst>
                    <a:ext uri="{9D8B030D-6E8A-4147-A177-3AD203B41FA5}">
                      <a16:colId xmlns:a16="http://schemas.microsoft.com/office/drawing/2014/main" val="3960115842"/>
                    </a:ext>
                  </a:extLst>
                </a:gridCol>
                <a:gridCol w="4438021">
                  <a:extLst>
                    <a:ext uri="{9D8B030D-6E8A-4147-A177-3AD203B41FA5}">
                      <a16:colId xmlns:a16="http://schemas.microsoft.com/office/drawing/2014/main" val="3070506237"/>
                    </a:ext>
                  </a:extLst>
                </a:gridCol>
              </a:tblGrid>
              <a:tr h="567395"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Ageing of Points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Points Accrual (as on 09 Apr’25)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% Points Accrual Distribution (as on 09 Apr’25)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449736"/>
                  </a:ext>
                </a:extLst>
              </a:tr>
              <a:tr h="548482"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0-180 days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18,99,27,161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13.8%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2530448"/>
                  </a:ext>
                </a:extLst>
              </a:tr>
              <a:tr h="548482"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181 days-365 days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14,85,93,197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10.8%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4197368"/>
                  </a:ext>
                </a:extLst>
              </a:tr>
              <a:tr h="548482"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366 days-730 days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27,41,02,335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19.9%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2630159"/>
                  </a:ext>
                </a:extLst>
              </a:tr>
              <a:tr h="567395"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&gt;=730 days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76,75,48,154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55.6%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0000763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8E7C9F-770A-1BE9-D034-6BF523478D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5684152"/>
              </p:ext>
            </p:extLst>
          </p:nvPr>
        </p:nvGraphicFramePr>
        <p:xfrm>
          <a:off x="160531" y="3549723"/>
          <a:ext cx="10822541" cy="1302907"/>
        </p:xfrm>
        <a:graphic>
          <a:graphicData uri="http://schemas.openxmlformats.org/drawingml/2006/table">
            <a:tbl>
              <a:tblPr/>
              <a:tblGrid>
                <a:gridCol w="5477262">
                  <a:extLst>
                    <a:ext uri="{9D8B030D-6E8A-4147-A177-3AD203B41FA5}">
                      <a16:colId xmlns:a16="http://schemas.microsoft.com/office/drawing/2014/main" val="2604514649"/>
                    </a:ext>
                  </a:extLst>
                </a:gridCol>
                <a:gridCol w="5345279">
                  <a:extLst>
                    <a:ext uri="{9D8B030D-6E8A-4147-A177-3AD203B41FA5}">
                      <a16:colId xmlns:a16="http://schemas.microsoft.com/office/drawing/2014/main" val="3732721882"/>
                    </a:ext>
                  </a:extLst>
                </a:gridCol>
              </a:tblGrid>
              <a:tr h="429367"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Points to be Lapsed in next 30 days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1,23,94,903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6803658"/>
                  </a:ext>
                </a:extLst>
              </a:tr>
              <a:tr h="429367"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Points to be Lapsed in 30 - 60 days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1,90,89,856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0958677"/>
                  </a:ext>
                </a:extLst>
              </a:tr>
              <a:tr h="444173">
                <a:tc>
                  <a:txBody>
                    <a:bodyPr/>
                    <a:lstStyle/>
                    <a:p>
                      <a:pPr algn="ctr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Points to be Lapsed in 60 - 90 days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u="none" i="0">
                          <a:solidFill>
                            <a:srgbClr val="000000"/>
                          </a:solidFill>
                          <a:latin typeface="Calibri"/>
                        </a:rPr>
                        <a:t>1,15,83,752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35551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17153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FFBC866-84EA-F940-725C-C4FA036F6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1060149"/>
              </p:ext>
            </p:extLst>
          </p:nvPr>
        </p:nvGraphicFramePr>
        <p:xfrm>
          <a:off x="246580" y="733220"/>
          <a:ext cx="8188503" cy="1524202"/>
        </p:xfrm>
        <a:graphic>
          <a:graphicData uri="http://schemas.openxmlformats.org/drawingml/2006/table">
            <a:tbl>
              <a:tblPr/>
              <a:tblGrid>
                <a:gridCol w="2729501">
                  <a:extLst>
                    <a:ext uri="{9D8B030D-6E8A-4147-A177-3AD203B41FA5}">
                      <a16:colId xmlns:a16="http://schemas.microsoft.com/office/drawing/2014/main" val="2042576014"/>
                    </a:ext>
                  </a:extLst>
                </a:gridCol>
                <a:gridCol w="2729501">
                  <a:extLst>
                    <a:ext uri="{9D8B030D-6E8A-4147-A177-3AD203B41FA5}">
                      <a16:colId xmlns:a16="http://schemas.microsoft.com/office/drawing/2014/main" val="2643474437"/>
                    </a:ext>
                  </a:extLst>
                </a:gridCol>
                <a:gridCol w="2729501">
                  <a:extLst>
                    <a:ext uri="{9D8B030D-6E8A-4147-A177-3AD203B41FA5}">
                      <a16:colId xmlns:a16="http://schemas.microsoft.com/office/drawing/2014/main" val="1333321841"/>
                    </a:ext>
                  </a:extLst>
                </a:gridCol>
              </a:tblGrid>
              <a:tr h="255183">
                <a:tc gridSpan="3">
                  <a:txBody>
                    <a:bodyPr/>
                    <a:lstStyle/>
                    <a:p>
                      <a:pPr algn="ctr" rtl="0" fontAlgn="b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Company Owned Stores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/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/>
                        <a:t/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4325428"/>
                  </a:ext>
                </a:extLst>
              </a:tr>
              <a:tr h="255183">
                <a:tc>
                  <a:txBody>
                    <a:bodyPr/>
                    <a:lstStyle/>
                    <a:p>
                      <a:pPr algn="ctr" rtl="0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KPIs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1" u="none" i="0">
                          <a:solidFill>
                            <a:schemeClr val="bg1"/>
                          </a:solidFill>
                          <a:latin typeface="Calibri"/>
                        </a:rPr>
                        <a:t>Apr'23-Mar'24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1" u="none" i="0">
                          <a:solidFill>
                            <a:schemeClr val="bg1"/>
                          </a:solidFill>
                          <a:latin typeface="Calibri"/>
                        </a:rPr>
                        <a:t>Apr'24-Mar'25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9807230"/>
                  </a:ext>
                </a:extLst>
              </a:tr>
              <a:tr h="255183">
                <a:tc>
                  <a:txBody>
                    <a:bodyPr/>
                    <a:lstStyle/>
                    <a:p>
                      <a:pPr algn="ctr" rtl="0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Points Earned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18,07,71,009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22,11,24,880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8469108"/>
                  </a:ext>
                </a:extLst>
              </a:tr>
              <a:tr h="255183">
                <a:tc>
                  <a:txBody>
                    <a:bodyPr/>
                    <a:lstStyle/>
                    <a:p>
                      <a:pPr algn="ctr" rtl="0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Points Burned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8,71,88,035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12,24,47,731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353728"/>
                  </a:ext>
                </a:extLst>
              </a:tr>
              <a:tr h="503470">
                <a:tc>
                  <a:txBody>
                    <a:bodyPr/>
                    <a:lstStyle/>
                    <a:p>
                      <a:pPr algn="ctr" rtl="0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Revenue generated through points redemption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6,42,61,90,644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9,82,15,99,568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3047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89FC9C4-C4BB-0433-2AA9-F042ED8644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7852945"/>
              </p:ext>
            </p:extLst>
          </p:nvPr>
        </p:nvGraphicFramePr>
        <p:xfrm>
          <a:off x="246580" y="2666897"/>
          <a:ext cx="8188503" cy="1524205"/>
        </p:xfrm>
        <a:graphic>
          <a:graphicData uri="http://schemas.openxmlformats.org/drawingml/2006/table">
            <a:tbl>
              <a:tblPr/>
              <a:tblGrid>
                <a:gridCol w="2729501">
                  <a:extLst>
                    <a:ext uri="{9D8B030D-6E8A-4147-A177-3AD203B41FA5}">
                      <a16:colId xmlns:a16="http://schemas.microsoft.com/office/drawing/2014/main" val="1757615748"/>
                    </a:ext>
                  </a:extLst>
                </a:gridCol>
                <a:gridCol w="2729501">
                  <a:extLst>
                    <a:ext uri="{9D8B030D-6E8A-4147-A177-3AD203B41FA5}">
                      <a16:colId xmlns:a16="http://schemas.microsoft.com/office/drawing/2014/main" val="3047788909"/>
                    </a:ext>
                  </a:extLst>
                </a:gridCol>
                <a:gridCol w="2729501">
                  <a:extLst>
                    <a:ext uri="{9D8B030D-6E8A-4147-A177-3AD203B41FA5}">
                      <a16:colId xmlns:a16="http://schemas.microsoft.com/office/drawing/2014/main" val="1699065886"/>
                    </a:ext>
                  </a:extLst>
                </a:gridCol>
              </a:tblGrid>
              <a:tr h="252895">
                <a:tc gridSpan="3">
                  <a:txBody>
                    <a:bodyPr/>
                    <a:lstStyle/>
                    <a:p>
                      <a:pPr algn="ctr" rtl="0" fontAlgn="b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Franchise Owned Stores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/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/>
                        <a:t/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62861"/>
                  </a:ext>
                </a:extLst>
              </a:tr>
              <a:tr h="252895">
                <a:tc>
                  <a:txBody>
                    <a:bodyPr/>
                    <a:lstStyle/>
                    <a:p>
                      <a:pPr algn="ctr" rtl="0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KPIs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1" u="none" i="0">
                          <a:solidFill>
                            <a:schemeClr val="bg1"/>
                          </a:solidFill>
                          <a:latin typeface="Calibri"/>
                        </a:rPr>
                        <a:t>Apr'23-Mar'24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1" u="none" i="0">
                          <a:solidFill>
                            <a:schemeClr val="bg1"/>
                          </a:solidFill>
                          <a:latin typeface="Calibri"/>
                        </a:rPr>
                        <a:t>Apr'24-Mar'25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33443"/>
                  </a:ext>
                </a:extLst>
              </a:tr>
              <a:tr h="252895">
                <a:tc>
                  <a:txBody>
                    <a:bodyPr/>
                    <a:lstStyle/>
                    <a:p>
                      <a:pPr algn="ctr" rtl="0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Points Earned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9,38,67,387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11,76,70,654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8635400"/>
                  </a:ext>
                </a:extLst>
              </a:tr>
              <a:tr h="252895">
                <a:tc>
                  <a:txBody>
                    <a:bodyPr/>
                    <a:lstStyle/>
                    <a:p>
                      <a:pPr algn="ctr" rtl="0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Points Burned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2,03,88,745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3,15,39,398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4620957"/>
                  </a:ext>
                </a:extLst>
              </a:tr>
              <a:tr h="512625">
                <a:tc>
                  <a:txBody>
                    <a:bodyPr/>
                    <a:lstStyle/>
                    <a:p>
                      <a:pPr algn="ctr" rtl="0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Revenue generated through points redemption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1,23,38,89,205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2,23,20,22,017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432680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462D99F-B750-CCC5-9689-3EABCDFCA5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5433741"/>
              </p:ext>
            </p:extLst>
          </p:nvPr>
        </p:nvGraphicFramePr>
        <p:xfrm>
          <a:off x="246580" y="4623085"/>
          <a:ext cx="8188503" cy="1641683"/>
        </p:xfrm>
        <a:graphic>
          <a:graphicData uri="http://schemas.openxmlformats.org/drawingml/2006/table">
            <a:tbl>
              <a:tblPr/>
              <a:tblGrid>
                <a:gridCol w="2729501">
                  <a:extLst>
                    <a:ext uri="{9D8B030D-6E8A-4147-A177-3AD203B41FA5}">
                      <a16:colId xmlns:a16="http://schemas.microsoft.com/office/drawing/2014/main" val="641123861"/>
                    </a:ext>
                  </a:extLst>
                </a:gridCol>
                <a:gridCol w="2729501">
                  <a:extLst>
                    <a:ext uri="{9D8B030D-6E8A-4147-A177-3AD203B41FA5}">
                      <a16:colId xmlns:a16="http://schemas.microsoft.com/office/drawing/2014/main" val="1868435201"/>
                    </a:ext>
                  </a:extLst>
                </a:gridCol>
                <a:gridCol w="2729501">
                  <a:extLst>
                    <a:ext uri="{9D8B030D-6E8A-4147-A177-3AD203B41FA5}">
                      <a16:colId xmlns:a16="http://schemas.microsoft.com/office/drawing/2014/main" val="3264991106"/>
                    </a:ext>
                  </a:extLst>
                </a:gridCol>
              </a:tblGrid>
              <a:tr h="272387">
                <a:tc gridSpan="3">
                  <a:txBody>
                    <a:bodyPr/>
                    <a:lstStyle/>
                    <a:p>
                      <a:pPr algn="ctr" rtl="0" fontAlgn="b"/>
                      <a:r>
                        <a:rPr lang="en-IN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All Stores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/>
                        <a:t/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/>
                        <a:t/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4063054"/>
                  </a:ext>
                </a:extLst>
              </a:tr>
              <a:tr h="272387">
                <a:tc>
                  <a:txBody>
                    <a:bodyPr/>
                    <a:lstStyle/>
                    <a:p>
                      <a:pPr algn="ctr" rtl="0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KPIs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1" u="none" i="0">
                          <a:solidFill>
                            <a:schemeClr val="bg1"/>
                          </a:solidFill>
                          <a:latin typeface="Calibri"/>
                        </a:rPr>
                        <a:t>Apr'23-Mar'24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1" u="none" i="0">
                          <a:solidFill>
                            <a:schemeClr val="bg1"/>
                          </a:solidFill>
                          <a:latin typeface="Calibri"/>
                        </a:rPr>
                        <a:t>Apr'24-Mar'25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180856"/>
                  </a:ext>
                </a:extLst>
              </a:tr>
              <a:tr h="272387">
                <a:tc>
                  <a:txBody>
                    <a:bodyPr/>
                    <a:lstStyle/>
                    <a:p>
                      <a:pPr algn="ctr" rtl="0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Points Earned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27,47,86,055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33,88,35,020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5296256"/>
                  </a:ext>
                </a:extLst>
              </a:tr>
              <a:tr h="272387">
                <a:tc>
                  <a:txBody>
                    <a:bodyPr/>
                    <a:lstStyle/>
                    <a:p>
                      <a:pPr algn="ctr" rtl="0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Points Burned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10,75,76,780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15,39,87,129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2922980"/>
                  </a:ext>
                </a:extLst>
              </a:tr>
              <a:tr h="552135">
                <a:tc>
                  <a:txBody>
                    <a:bodyPr/>
                    <a:lstStyle/>
                    <a:p>
                      <a:pPr algn="ctr" rtl="0" fontAlgn="ctr"/>
                      <a:r>
                        <a:rPr sz="1500" b="1" u="none" i="0">
                          <a:solidFill>
                            <a:srgbClr val="FFFFFF"/>
                          </a:solidFill>
                          <a:latin typeface="Calibri"/>
                        </a:rPr>
                        <a:t>Revenue generated through points redemption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7,66,00,79,849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50" b="0" u="none" i="0">
                          <a:solidFill>
                            <a:srgbClr val="000000"/>
                          </a:solidFill>
                          <a:latin typeface="Calibri"/>
                        </a:rPr>
                        <a:t>12,05,36,21,585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903658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BF72152-DA31-095D-F53E-58E9C49F7BE5}"/>
              </a:ext>
            </a:extLst>
          </p:cNvPr>
          <p:cNvSpPr txBox="1"/>
          <p:nvPr/>
        </p:nvSpPr>
        <p:spPr>
          <a:xfrm>
            <a:off x="8663043" y="733220"/>
            <a:ext cx="3113603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/>
              <a:t>Insights: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A02044-57F1-01F1-4509-ADEE9F042B56}"/>
              </a:ext>
            </a:extLst>
          </p:cNvPr>
          <p:cNvSpPr txBox="1"/>
          <p:nvPr/>
        </p:nvSpPr>
        <p:spPr>
          <a:xfrm>
            <a:off x="246577" y="160566"/>
            <a:ext cx="93142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>
                <a:solidFill>
                  <a:schemeClr val="accent4">
                    <a:lumMod val="75000"/>
                  </a:schemeClr>
                </a:solidFill>
              </a:rPr>
              <a:t>Points Earn/Burn, Revenue Generated through Points Redemption</a:t>
            </a:r>
          </a:p>
        </p:txBody>
      </p:sp>
    </p:spTree>
    <p:extLst>
      <p:ext uri="{BB962C8B-B14F-4D97-AF65-F5344CB8AC3E}">
        <p14:creationId xmlns:p14="http://schemas.microsoft.com/office/powerpoint/2010/main" val="36819511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20ED6E7-4912-4D85-A837-C4ED793ACC82}"/>
              </a:ext>
            </a:extLst>
          </p:cNvPr>
          <p:cNvSpPr/>
          <p:nvPr/>
        </p:nvSpPr>
        <p:spPr>
          <a:xfrm>
            <a:off x="0" y="3610"/>
            <a:ext cx="12192000" cy="6864664"/>
          </a:xfrm>
          <a:prstGeom prst="rect">
            <a:avLst/>
          </a:prstGeom>
          <a:solidFill>
            <a:schemeClr val="accent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2C3DE25-ED5A-7B2D-5B04-E5AE96C2E4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3076" y="3369545"/>
            <a:ext cx="3810000" cy="1133475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985DF8-8745-5CAB-57F7-67BD9009DC7C}"/>
              </a:ext>
            </a:extLst>
          </p:cNvPr>
          <p:cNvSpPr/>
          <p:nvPr/>
        </p:nvSpPr>
        <p:spPr>
          <a:xfrm>
            <a:off x="2962104" y="719192"/>
            <a:ext cx="6251944" cy="244524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THANK YOU !!! </a:t>
            </a:r>
          </a:p>
        </p:txBody>
      </p:sp>
    </p:spTree>
    <p:extLst>
      <p:ext uri="{BB962C8B-B14F-4D97-AF65-F5344CB8AC3E}">
        <p14:creationId xmlns:p14="http://schemas.microsoft.com/office/powerpoint/2010/main" val="414687749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45</Slides>
  <Notes>14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45</vt:i4>
      </vt:variant>
    </vt:vector>
  </HeadingPairs>
  <TitlesOfParts>
    <vt:vector size="47" baseType="lpstr"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Udit Pandey</dc:creator>
  <cp:revision>78</cp:revision>
  <dcterms:created xsi:type="dcterms:W3CDTF">2024-10-04T17:18:55Z</dcterms:created>
  <dcterms:modified xsi:type="dcterms:W3CDTF">2025-02-09T06:09:56Z</dcterms:modified>
</cp:coreProperties>
</file>